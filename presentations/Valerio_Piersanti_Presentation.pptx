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73" r:id="rId4"/>
    <p:sldId id="259" r:id="rId5"/>
    <p:sldId id="260" r:id="rId6"/>
    <p:sldId id="262" r:id="rId7"/>
    <p:sldId id="263" r:id="rId8"/>
    <p:sldId id="264" r:id="rId9"/>
    <p:sldId id="266" r:id="rId10"/>
    <p:sldId id="265" r:id="rId11"/>
    <p:sldId id="268" r:id="rId12"/>
    <p:sldId id="269" r:id="rId13"/>
    <p:sldId id="270" r:id="rId14"/>
    <p:sldId id="267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4B67"/>
    <a:srgbClr val="9999FF"/>
    <a:srgbClr val="9966FF"/>
    <a:srgbClr val="6600FF"/>
    <a:srgbClr val="6666FF"/>
    <a:srgbClr val="9900CC"/>
    <a:srgbClr val="660066"/>
    <a:srgbClr val="CC0099"/>
    <a:srgbClr val="AB15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C26B1E-897F-4869-8FBE-2660D7B38DE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A46271-5EF1-45D0-9031-4C1CC84054B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CSF collected via lumbar puncture</a:t>
          </a:r>
          <a:endParaRPr lang="en-US"/>
        </a:p>
      </dgm:t>
    </dgm:pt>
    <dgm:pt modelId="{F81989FE-7A87-4ED3-9B73-DDE3C7CA916A}" type="parTrans" cxnId="{5B0BEE84-1982-4E39-8DFB-3AA5DF0E0898}">
      <dgm:prSet/>
      <dgm:spPr/>
      <dgm:t>
        <a:bodyPr/>
        <a:lstStyle/>
        <a:p>
          <a:endParaRPr lang="en-US"/>
        </a:p>
      </dgm:t>
    </dgm:pt>
    <dgm:pt modelId="{8C5515BA-7F39-4701-ACEB-38CF18F84CE6}" type="sibTrans" cxnId="{5B0BEE84-1982-4E39-8DFB-3AA5DF0E08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DFB497-5580-4619-A931-0876869C8FA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Proteins digested into peptides</a:t>
          </a:r>
          <a:endParaRPr lang="en-US"/>
        </a:p>
      </dgm:t>
    </dgm:pt>
    <dgm:pt modelId="{8DC748FB-3F77-4D51-B726-69F26F68BA71}" type="parTrans" cxnId="{77EF152F-E32F-4E55-A61E-C8956BF5CA40}">
      <dgm:prSet/>
      <dgm:spPr/>
      <dgm:t>
        <a:bodyPr/>
        <a:lstStyle/>
        <a:p>
          <a:endParaRPr lang="en-US"/>
        </a:p>
      </dgm:t>
    </dgm:pt>
    <dgm:pt modelId="{D5EA8F17-F522-4896-B91B-FF1A39623B9D}" type="sibTrans" cxnId="{77EF152F-E32F-4E55-A61E-C8956BF5CA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C794B6-210A-45E8-930A-8634B22BDC2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Tandem Mass Tag (TMT) multiplex labeling</a:t>
          </a:r>
          <a:endParaRPr lang="en-US"/>
        </a:p>
      </dgm:t>
    </dgm:pt>
    <dgm:pt modelId="{54CC3108-961A-41A9-9449-183188550513}" type="parTrans" cxnId="{89EB123B-3CDC-481D-BF23-3E9F2C1D3013}">
      <dgm:prSet/>
      <dgm:spPr/>
      <dgm:t>
        <a:bodyPr/>
        <a:lstStyle/>
        <a:p>
          <a:endParaRPr lang="en-US"/>
        </a:p>
      </dgm:t>
    </dgm:pt>
    <dgm:pt modelId="{53BDC3E4-558F-4F81-8A47-9AA2EE0A5A03}" type="sibTrans" cxnId="{89EB123B-3CDC-481D-BF23-3E9F2C1D30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3972E4-9079-4195-AAB2-268132D0F21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High-resolution LC–MS/MS analysis</a:t>
          </a:r>
          <a:endParaRPr lang="en-US"/>
        </a:p>
      </dgm:t>
    </dgm:pt>
    <dgm:pt modelId="{C9F065F0-2858-41FB-BEE0-80671981FF3F}" type="parTrans" cxnId="{1CFBB0AF-E067-4757-B570-22163E1AC330}">
      <dgm:prSet/>
      <dgm:spPr/>
      <dgm:t>
        <a:bodyPr/>
        <a:lstStyle/>
        <a:p>
          <a:endParaRPr lang="en-US"/>
        </a:p>
      </dgm:t>
    </dgm:pt>
    <dgm:pt modelId="{09EBF03E-228E-421B-ACCC-C91BDFD1B9B2}" type="sibTrans" cxnId="{1CFBB0AF-E067-4757-B570-22163E1AC3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D0BCE3-BD65-4E95-8F65-CA7E9843BEF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FDR-controlled protein identification</a:t>
          </a:r>
          <a:endParaRPr lang="en-US"/>
        </a:p>
      </dgm:t>
    </dgm:pt>
    <dgm:pt modelId="{9A83C7A5-4501-42C0-9E2F-8736970AE3A3}" type="parTrans" cxnId="{44A14070-BCD9-4548-85D1-086BB77D32D8}">
      <dgm:prSet/>
      <dgm:spPr/>
      <dgm:t>
        <a:bodyPr/>
        <a:lstStyle/>
        <a:p>
          <a:endParaRPr lang="en-US"/>
        </a:p>
      </dgm:t>
    </dgm:pt>
    <dgm:pt modelId="{E7D3DEB8-0D91-425A-B51F-54AD9C9E2735}" type="sibTrans" cxnId="{44A14070-BCD9-4548-85D1-086BB77D32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2E81CE-D0D4-4C83-B506-43E02784AAF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Normalized protein abundance matrix</a:t>
          </a:r>
          <a:endParaRPr lang="en-US"/>
        </a:p>
      </dgm:t>
    </dgm:pt>
    <dgm:pt modelId="{F3675CCB-665F-4270-9F6B-0EBC1D9EC4B1}" type="parTrans" cxnId="{A50BD281-57B1-47C8-A5C9-AF17E449313F}">
      <dgm:prSet/>
      <dgm:spPr/>
      <dgm:t>
        <a:bodyPr/>
        <a:lstStyle/>
        <a:p>
          <a:endParaRPr lang="en-US"/>
        </a:p>
      </dgm:t>
    </dgm:pt>
    <dgm:pt modelId="{6BEA6B15-6F9D-40B1-87C6-E829453F2B56}" type="sibTrans" cxnId="{A50BD281-57B1-47C8-A5C9-AF17E449313F}">
      <dgm:prSet/>
      <dgm:spPr/>
      <dgm:t>
        <a:bodyPr/>
        <a:lstStyle/>
        <a:p>
          <a:endParaRPr lang="en-US"/>
        </a:p>
      </dgm:t>
    </dgm:pt>
    <dgm:pt modelId="{2A160013-D5E9-47CE-A6E1-8B8EB5ADA7F9}" type="pres">
      <dgm:prSet presAssocID="{35C26B1E-897F-4869-8FBE-2660D7B38DE0}" presName="root" presStyleCnt="0">
        <dgm:presLayoutVars>
          <dgm:dir/>
          <dgm:resizeHandles val="exact"/>
        </dgm:presLayoutVars>
      </dgm:prSet>
      <dgm:spPr/>
    </dgm:pt>
    <dgm:pt modelId="{E856D361-F1A0-4880-975E-B420775650FE}" type="pres">
      <dgm:prSet presAssocID="{35C26B1E-897F-4869-8FBE-2660D7B38DE0}" presName="container" presStyleCnt="0">
        <dgm:presLayoutVars>
          <dgm:dir/>
          <dgm:resizeHandles val="exact"/>
        </dgm:presLayoutVars>
      </dgm:prSet>
      <dgm:spPr/>
    </dgm:pt>
    <dgm:pt modelId="{21B9A10A-AF37-4F89-B0CB-358827F67A4E}" type="pres">
      <dgm:prSet presAssocID="{40A46271-5EF1-45D0-9031-4C1CC84054B3}" presName="compNode" presStyleCnt="0"/>
      <dgm:spPr/>
    </dgm:pt>
    <dgm:pt modelId="{C9971F23-BB2F-4CD0-BEED-1F5EDB418284}" type="pres">
      <dgm:prSet presAssocID="{40A46271-5EF1-45D0-9031-4C1CC84054B3}" presName="iconBgRect" presStyleLbl="bgShp" presStyleIdx="0" presStyleCnt="6"/>
      <dgm:spPr/>
    </dgm:pt>
    <dgm:pt modelId="{F0CE1FB9-564B-4B83-8C80-341AEE4E0ADB}" type="pres">
      <dgm:prSet presAssocID="{40A46271-5EF1-45D0-9031-4C1CC84054B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go"/>
        </a:ext>
      </dgm:extLst>
    </dgm:pt>
    <dgm:pt modelId="{23BA0B29-9E85-4598-A842-4BAA1F3E8249}" type="pres">
      <dgm:prSet presAssocID="{40A46271-5EF1-45D0-9031-4C1CC84054B3}" presName="spaceRect" presStyleCnt="0"/>
      <dgm:spPr/>
    </dgm:pt>
    <dgm:pt modelId="{437B057D-F6F1-4E8A-B377-BDCDFA642A20}" type="pres">
      <dgm:prSet presAssocID="{40A46271-5EF1-45D0-9031-4C1CC84054B3}" presName="textRect" presStyleLbl="revTx" presStyleIdx="0" presStyleCnt="6">
        <dgm:presLayoutVars>
          <dgm:chMax val="1"/>
          <dgm:chPref val="1"/>
        </dgm:presLayoutVars>
      </dgm:prSet>
      <dgm:spPr/>
    </dgm:pt>
    <dgm:pt modelId="{3ECCBAAA-77E9-4DBD-9946-F6C778739AA8}" type="pres">
      <dgm:prSet presAssocID="{8C5515BA-7F39-4701-ACEB-38CF18F84CE6}" presName="sibTrans" presStyleLbl="sibTrans2D1" presStyleIdx="0" presStyleCnt="0"/>
      <dgm:spPr/>
    </dgm:pt>
    <dgm:pt modelId="{A45C4D02-80C6-4C90-AF37-2BE127820D74}" type="pres">
      <dgm:prSet presAssocID="{CCDFB497-5580-4619-A931-0876869C8FA4}" presName="compNode" presStyleCnt="0"/>
      <dgm:spPr/>
    </dgm:pt>
    <dgm:pt modelId="{B11678E6-21E1-4696-80A8-C02FECD5BC1D}" type="pres">
      <dgm:prSet presAssocID="{CCDFB497-5580-4619-A931-0876869C8FA4}" presName="iconBgRect" presStyleLbl="bgShp" presStyleIdx="1" presStyleCnt="6"/>
      <dgm:spPr/>
    </dgm:pt>
    <dgm:pt modelId="{EFAA15DC-5A4C-4E89-A04C-D15A99A8FCE3}" type="pres">
      <dgm:prSet presAssocID="{CCDFB497-5580-4619-A931-0876869C8FA4}" presName="iconRect" presStyleLbl="node1" presStyleIdx="1" presStyleCnt="6" custLinFactNeighborY="-529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tello1 con riempimento a tinta unita"/>
        </a:ext>
      </dgm:extLst>
    </dgm:pt>
    <dgm:pt modelId="{3D4E983B-527C-4B6A-B274-BDFBDEF3CE0D}" type="pres">
      <dgm:prSet presAssocID="{CCDFB497-5580-4619-A931-0876869C8FA4}" presName="spaceRect" presStyleCnt="0"/>
      <dgm:spPr/>
    </dgm:pt>
    <dgm:pt modelId="{92661407-84B4-432F-9B79-6C8ABCB65064}" type="pres">
      <dgm:prSet presAssocID="{CCDFB497-5580-4619-A931-0876869C8FA4}" presName="textRect" presStyleLbl="revTx" presStyleIdx="1" presStyleCnt="6">
        <dgm:presLayoutVars>
          <dgm:chMax val="1"/>
          <dgm:chPref val="1"/>
        </dgm:presLayoutVars>
      </dgm:prSet>
      <dgm:spPr/>
    </dgm:pt>
    <dgm:pt modelId="{4109669F-17C1-42EB-97E2-94F4EF22863D}" type="pres">
      <dgm:prSet presAssocID="{D5EA8F17-F522-4896-B91B-FF1A39623B9D}" presName="sibTrans" presStyleLbl="sibTrans2D1" presStyleIdx="0" presStyleCnt="0"/>
      <dgm:spPr/>
    </dgm:pt>
    <dgm:pt modelId="{50A791A4-26DD-46B9-AC02-C5D63F2000C5}" type="pres">
      <dgm:prSet presAssocID="{52C794B6-210A-45E8-930A-8634B22BDC27}" presName="compNode" presStyleCnt="0"/>
      <dgm:spPr/>
    </dgm:pt>
    <dgm:pt modelId="{A8349A49-2272-4CA1-B396-5E4941F6E93D}" type="pres">
      <dgm:prSet presAssocID="{52C794B6-210A-45E8-930A-8634B22BDC27}" presName="iconBgRect" presStyleLbl="bgShp" presStyleIdx="2" presStyleCnt="6"/>
      <dgm:spPr/>
    </dgm:pt>
    <dgm:pt modelId="{C55DAC35-8F58-4008-81A9-4873BEEB3455}" type="pres">
      <dgm:prSet presAssocID="{52C794B6-210A-45E8-930A-8634B22BDC2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tichetta"/>
        </a:ext>
      </dgm:extLst>
    </dgm:pt>
    <dgm:pt modelId="{BF8C9047-51EA-4525-8510-527DFBC004AF}" type="pres">
      <dgm:prSet presAssocID="{52C794B6-210A-45E8-930A-8634B22BDC27}" presName="spaceRect" presStyleCnt="0"/>
      <dgm:spPr/>
    </dgm:pt>
    <dgm:pt modelId="{EB33D440-32A6-4415-823F-A67F964AA92A}" type="pres">
      <dgm:prSet presAssocID="{52C794B6-210A-45E8-930A-8634B22BDC27}" presName="textRect" presStyleLbl="revTx" presStyleIdx="2" presStyleCnt="6">
        <dgm:presLayoutVars>
          <dgm:chMax val="1"/>
          <dgm:chPref val="1"/>
        </dgm:presLayoutVars>
      </dgm:prSet>
      <dgm:spPr/>
    </dgm:pt>
    <dgm:pt modelId="{A3CC7A01-A5B9-4276-A33A-10EB46DE3810}" type="pres">
      <dgm:prSet presAssocID="{53BDC3E4-558F-4F81-8A47-9AA2EE0A5A03}" presName="sibTrans" presStyleLbl="sibTrans2D1" presStyleIdx="0" presStyleCnt="0"/>
      <dgm:spPr/>
    </dgm:pt>
    <dgm:pt modelId="{7620C773-5403-41B1-926E-A9BA136FC5DB}" type="pres">
      <dgm:prSet presAssocID="{343972E4-9079-4195-AAB2-268132D0F213}" presName="compNode" presStyleCnt="0"/>
      <dgm:spPr/>
    </dgm:pt>
    <dgm:pt modelId="{00C869E1-893C-4E6F-93DC-0D9D655F4EAE}" type="pres">
      <dgm:prSet presAssocID="{343972E4-9079-4195-AAB2-268132D0F213}" presName="iconBgRect" presStyleLbl="bgShp" presStyleIdx="3" presStyleCnt="6"/>
      <dgm:spPr/>
    </dgm:pt>
    <dgm:pt modelId="{89DF59B8-1E00-4EB3-9519-B0CA1D6C422E}" type="pres">
      <dgm:prSet presAssocID="{343972E4-9079-4195-AAB2-268132D0F21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8307B74-FA64-4604-989A-286C8F233D0D}" type="pres">
      <dgm:prSet presAssocID="{343972E4-9079-4195-AAB2-268132D0F213}" presName="spaceRect" presStyleCnt="0"/>
      <dgm:spPr/>
    </dgm:pt>
    <dgm:pt modelId="{2833B9B2-52AA-4A34-837E-945C2C423C21}" type="pres">
      <dgm:prSet presAssocID="{343972E4-9079-4195-AAB2-268132D0F213}" presName="textRect" presStyleLbl="revTx" presStyleIdx="3" presStyleCnt="6">
        <dgm:presLayoutVars>
          <dgm:chMax val="1"/>
          <dgm:chPref val="1"/>
        </dgm:presLayoutVars>
      </dgm:prSet>
      <dgm:spPr/>
    </dgm:pt>
    <dgm:pt modelId="{58E41DDC-EB0C-4EF9-B0D3-7E727C8847F1}" type="pres">
      <dgm:prSet presAssocID="{09EBF03E-228E-421B-ACCC-C91BDFD1B9B2}" presName="sibTrans" presStyleLbl="sibTrans2D1" presStyleIdx="0" presStyleCnt="0"/>
      <dgm:spPr/>
    </dgm:pt>
    <dgm:pt modelId="{F3ACC010-FEDD-4641-90FB-B2D0D389CCF7}" type="pres">
      <dgm:prSet presAssocID="{20D0BCE3-BD65-4E95-8F65-CA7E9843BEFC}" presName="compNode" presStyleCnt="0"/>
      <dgm:spPr/>
    </dgm:pt>
    <dgm:pt modelId="{ACEEC3F1-A490-4438-BD5F-1A15C55D8C8F}" type="pres">
      <dgm:prSet presAssocID="{20D0BCE3-BD65-4E95-8F65-CA7E9843BEFC}" presName="iconBgRect" presStyleLbl="bgShp" presStyleIdx="4" presStyleCnt="6"/>
      <dgm:spPr/>
    </dgm:pt>
    <dgm:pt modelId="{2771FA77-2621-46E7-8DEB-732494ED40FE}" type="pres">
      <dgm:prSet presAssocID="{20D0BCE3-BD65-4E95-8F65-CA7E9843BEF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BEC4C760-2BCF-494C-B125-93F5C777AB69}" type="pres">
      <dgm:prSet presAssocID="{20D0BCE3-BD65-4E95-8F65-CA7E9843BEFC}" presName="spaceRect" presStyleCnt="0"/>
      <dgm:spPr/>
    </dgm:pt>
    <dgm:pt modelId="{85E520AD-A289-4967-BEAD-3387ADD8E23C}" type="pres">
      <dgm:prSet presAssocID="{20D0BCE3-BD65-4E95-8F65-CA7E9843BEFC}" presName="textRect" presStyleLbl="revTx" presStyleIdx="4" presStyleCnt="6">
        <dgm:presLayoutVars>
          <dgm:chMax val="1"/>
          <dgm:chPref val="1"/>
        </dgm:presLayoutVars>
      </dgm:prSet>
      <dgm:spPr/>
    </dgm:pt>
    <dgm:pt modelId="{12E959D6-B989-44C2-99BF-406EFBDA45E3}" type="pres">
      <dgm:prSet presAssocID="{E7D3DEB8-0D91-425A-B51F-54AD9C9E2735}" presName="sibTrans" presStyleLbl="sibTrans2D1" presStyleIdx="0" presStyleCnt="0"/>
      <dgm:spPr/>
    </dgm:pt>
    <dgm:pt modelId="{3C30017C-DED8-4C4B-B76A-F965BE5C39FA}" type="pres">
      <dgm:prSet presAssocID="{072E81CE-D0D4-4C83-B506-43E02784AAFB}" presName="compNode" presStyleCnt="0"/>
      <dgm:spPr/>
    </dgm:pt>
    <dgm:pt modelId="{9E0E6F89-91EE-47CD-B179-AB5F264578A2}" type="pres">
      <dgm:prSet presAssocID="{072E81CE-D0D4-4C83-B506-43E02784AAFB}" presName="iconBgRect" presStyleLbl="bgShp" presStyleIdx="5" presStyleCnt="6"/>
      <dgm:spPr/>
    </dgm:pt>
    <dgm:pt modelId="{7B1B8C30-BA6D-480B-A0B6-EE777D3895DB}" type="pres">
      <dgm:prSet presAssocID="{072E81CE-D0D4-4C83-B506-43E02784AAF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fico a barre con riempimento a tinta unita"/>
        </a:ext>
      </dgm:extLst>
    </dgm:pt>
    <dgm:pt modelId="{CC5BBF6D-DAD1-4448-BA33-55F19353EAD0}" type="pres">
      <dgm:prSet presAssocID="{072E81CE-D0D4-4C83-B506-43E02784AAFB}" presName="spaceRect" presStyleCnt="0"/>
      <dgm:spPr/>
    </dgm:pt>
    <dgm:pt modelId="{555EC638-A9AD-487C-8D3C-A10F2850AB78}" type="pres">
      <dgm:prSet presAssocID="{072E81CE-D0D4-4C83-B506-43E02784AAF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4574705-A99D-456E-AC9B-77E90876898E}" type="presOf" srcId="{072E81CE-D0D4-4C83-B506-43E02784AAFB}" destId="{555EC638-A9AD-487C-8D3C-A10F2850AB78}" srcOrd="0" destOrd="0" presId="urn:microsoft.com/office/officeart/2018/2/layout/IconCircleList"/>
    <dgm:cxn modelId="{94CDC110-2D91-4842-82FB-66AC5C18A282}" type="presOf" srcId="{343972E4-9079-4195-AAB2-268132D0F213}" destId="{2833B9B2-52AA-4A34-837E-945C2C423C21}" srcOrd="0" destOrd="0" presId="urn:microsoft.com/office/officeart/2018/2/layout/IconCircleList"/>
    <dgm:cxn modelId="{77EF152F-E32F-4E55-A61E-C8956BF5CA40}" srcId="{35C26B1E-897F-4869-8FBE-2660D7B38DE0}" destId="{CCDFB497-5580-4619-A931-0876869C8FA4}" srcOrd="1" destOrd="0" parTransId="{8DC748FB-3F77-4D51-B726-69F26F68BA71}" sibTransId="{D5EA8F17-F522-4896-B91B-FF1A39623B9D}"/>
    <dgm:cxn modelId="{89EB123B-3CDC-481D-BF23-3E9F2C1D3013}" srcId="{35C26B1E-897F-4869-8FBE-2660D7B38DE0}" destId="{52C794B6-210A-45E8-930A-8634B22BDC27}" srcOrd="2" destOrd="0" parTransId="{54CC3108-961A-41A9-9449-183188550513}" sibTransId="{53BDC3E4-558F-4F81-8A47-9AA2EE0A5A03}"/>
    <dgm:cxn modelId="{3B8AA53B-5C2B-4652-85C5-81CE6C9AAFC8}" type="presOf" srcId="{40A46271-5EF1-45D0-9031-4C1CC84054B3}" destId="{437B057D-F6F1-4E8A-B377-BDCDFA642A20}" srcOrd="0" destOrd="0" presId="urn:microsoft.com/office/officeart/2018/2/layout/IconCircleList"/>
    <dgm:cxn modelId="{BE66403C-D7AA-4DE9-83AB-8F30EB1BC5A2}" type="presOf" srcId="{D5EA8F17-F522-4896-B91B-FF1A39623B9D}" destId="{4109669F-17C1-42EB-97E2-94F4EF22863D}" srcOrd="0" destOrd="0" presId="urn:microsoft.com/office/officeart/2018/2/layout/IconCircleList"/>
    <dgm:cxn modelId="{DDE3075C-C6AA-45BE-A8A9-1481510694A5}" type="presOf" srcId="{E7D3DEB8-0D91-425A-B51F-54AD9C9E2735}" destId="{12E959D6-B989-44C2-99BF-406EFBDA45E3}" srcOrd="0" destOrd="0" presId="urn:microsoft.com/office/officeart/2018/2/layout/IconCircleList"/>
    <dgm:cxn modelId="{5BDBCB61-21B4-4E12-B3F0-F11E44590FF6}" type="presOf" srcId="{52C794B6-210A-45E8-930A-8634B22BDC27}" destId="{EB33D440-32A6-4415-823F-A67F964AA92A}" srcOrd="0" destOrd="0" presId="urn:microsoft.com/office/officeart/2018/2/layout/IconCircleList"/>
    <dgm:cxn modelId="{61042D4A-532E-4E0D-8500-B9F8AD8C0BC3}" type="presOf" srcId="{35C26B1E-897F-4869-8FBE-2660D7B38DE0}" destId="{2A160013-D5E9-47CE-A6E1-8B8EB5ADA7F9}" srcOrd="0" destOrd="0" presId="urn:microsoft.com/office/officeart/2018/2/layout/IconCircleList"/>
    <dgm:cxn modelId="{44A14070-BCD9-4548-85D1-086BB77D32D8}" srcId="{35C26B1E-897F-4869-8FBE-2660D7B38DE0}" destId="{20D0BCE3-BD65-4E95-8F65-CA7E9843BEFC}" srcOrd="4" destOrd="0" parTransId="{9A83C7A5-4501-42C0-9E2F-8736970AE3A3}" sibTransId="{E7D3DEB8-0D91-425A-B51F-54AD9C9E2735}"/>
    <dgm:cxn modelId="{928D6B7F-98A2-41F1-B059-A5F291774EB7}" type="presOf" srcId="{53BDC3E4-558F-4F81-8A47-9AA2EE0A5A03}" destId="{A3CC7A01-A5B9-4276-A33A-10EB46DE3810}" srcOrd="0" destOrd="0" presId="urn:microsoft.com/office/officeart/2018/2/layout/IconCircleList"/>
    <dgm:cxn modelId="{A50BD281-57B1-47C8-A5C9-AF17E449313F}" srcId="{35C26B1E-897F-4869-8FBE-2660D7B38DE0}" destId="{072E81CE-D0D4-4C83-B506-43E02784AAFB}" srcOrd="5" destOrd="0" parTransId="{F3675CCB-665F-4270-9F6B-0EBC1D9EC4B1}" sibTransId="{6BEA6B15-6F9D-40B1-87C6-E829453F2B56}"/>
    <dgm:cxn modelId="{5B0BEE84-1982-4E39-8DFB-3AA5DF0E0898}" srcId="{35C26B1E-897F-4869-8FBE-2660D7B38DE0}" destId="{40A46271-5EF1-45D0-9031-4C1CC84054B3}" srcOrd="0" destOrd="0" parTransId="{F81989FE-7A87-4ED3-9B73-DDE3C7CA916A}" sibTransId="{8C5515BA-7F39-4701-ACEB-38CF18F84CE6}"/>
    <dgm:cxn modelId="{02C9DDA1-1F2E-48F2-AA48-56D39958F4C5}" type="presOf" srcId="{8C5515BA-7F39-4701-ACEB-38CF18F84CE6}" destId="{3ECCBAAA-77E9-4DBD-9946-F6C778739AA8}" srcOrd="0" destOrd="0" presId="urn:microsoft.com/office/officeart/2018/2/layout/IconCircleList"/>
    <dgm:cxn modelId="{1CFBB0AF-E067-4757-B570-22163E1AC330}" srcId="{35C26B1E-897F-4869-8FBE-2660D7B38DE0}" destId="{343972E4-9079-4195-AAB2-268132D0F213}" srcOrd="3" destOrd="0" parTransId="{C9F065F0-2858-41FB-BEE0-80671981FF3F}" sibTransId="{09EBF03E-228E-421B-ACCC-C91BDFD1B9B2}"/>
    <dgm:cxn modelId="{EFB0D9CF-29B3-41C7-B116-7CE9509DD71B}" type="presOf" srcId="{09EBF03E-228E-421B-ACCC-C91BDFD1B9B2}" destId="{58E41DDC-EB0C-4EF9-B0D3-7E727C8847F1}" srcOrd="0" destOrd="0" presId="urn:microsoft.com/office/officeart/2018/2/layout/IconCircleList"/>
    <dgm:cxn modelId="{44691BF3-B47D-49D2-B159-8A880A956BA2}" type="presOf" srcId="{20D0BCE3-BD65-4E95-8F65-CA7E9843BEFC}" destId="{85E520AD-A289-4967-BEAD-3387ADD8E23C}" srcOrd="0" destOrd="0" presId="urn:microsoft.com/office/officeart/2018/2/layout/IconCircleList"/>
    <dgm:cxn modelId="{583BD0F4-CFFD-4D22-9387-D72E14188D08}" type="presOf" srcId="{CCDFB497-5580-4619-A931-0876869C8FA4}" destId="{92661407-84B4-432F-9B79-6C8ABCB65064}" srcOrd="0" destOrd="0" presId="urn:microsoft.com/office/officeart/2018/2/layout/IconCircleList"/>
    <dgm:cxn modelId="{570E0707-7C16-462C-AB25-46E1CDFC6630}" type="presParOf" srcId="{2A160013-D5E9-47CE-A6E1-8B8EB5ADA7F9}" destId="{E856D361-F1A0-4880-975E-B420775650FE}" srcOrd="0" destOrd="0" presId="urn:microsoft.com/office/officeart/2018/2/layout/IconCircleList"/>
    <dgm:cxn modelId="{F36022DE-8B4A-4511-82A2-1205F030DCD7}" type="presParOf" srcId="{E856D361-F1A0-4880-975E-B420775650FE}" destId="{21B9A10A-AF37-4F89-B0CB-358827F67A4E}" srcOrd="0" destOrd="0" presId="urn:microsoft.com/office/officeart/2018/2/layout/IconCircleList"/>
    <dgm:cxn modelId="{8968AC31-B3FC-43BD-8031-88E3C52BD0EB}" type="presParOf" srcId="{21B9A10A-AF37-4F89-B0CB-358827F67A4E}" destId="{C9971F23-BB2F-4CD0-BEED-1F5EDB418284}" srcOrd="0" destOrd="0" presId="urn:microsoft.com/office/officeart/2018/2/layout/IconCircleList"/>
    <dgm:cxn modelId="{2486CBB7-8F3A-4359-924B-CF347F6959EC}" type="presParOf" srcId="{21B9A10A-AF37-4F89-B0CB-358827F67A4E}" destId="{F0CE1FB9-564B-4B83-8C80-341AEE4E0ADB}" srcOrd="1" destOrd="0" presId="urn:microsoft.com/office/officeart/2018/2/layout/IconCircleList"/>
    <dgm:cxn modelId="{3D5AB239-231B-46A2-BABC-7ABC450960DF}" type="presParOf" srcId="{21B9A10A-AF37-4F89-B0CB-358827F67A4E}" destId="{23BA0B29-9E85-4598-A842-4BAA1F3E8249}" srcOrd="2" destOrd="0" presId="urn:microsoft.com/office/officeart/2018/2/layout/IconCircleList"/>
    <dgm:cxn modelId="{84BAA0B8-65A8-4715-91D1-7C3130901FD2}" type="presParOf" srcId="{21B9A10A-AF37-4F89-B0CB-358827F67A4E}" destId="{437B057D-F6F1-4E8A-B377-BDCDFA642A20}" srcOrd="3" destOrd="0" presId="urn:microsoft.com/office/officeart/2018/2/layout/IconCircleList"/>
    <dgm:cxn modelId="{67CCDB0E-A5F0-4700-8654-AFE7181B5A0D}" type="presParOf" srcId="{E856D361-F1A0-4880-975E-B420775650FE}" destId="{3ECCBAAA-77E9-4DBD-9946-F6C778739AA8}" srcOrd="1" destOrd="0" presId="urn:microsoft.com/office/officeart/2018/2/layout/IconCircleList"/>
    <dgm:cxn modelId="{91C74437-B299-45BD-95F1-57D5281E3135}" type="presParOf" srcId="{E856D361-F1A0-4880-975E-B420775650FE}" destId="{A45C4D02-80C6-4C90-AF37-2BE127820D74}" srcOrd="2" destOrd="0" presId="urn:microsoft.com/office/officeart/2018/2/layout/IconCircleList"/>
    <dgm:cxn modelId="{D61B7F14-295A-49A2-940B-42814A4AE9F3}" type="presParOf" srcId="{A45C4D02-80C6-4C90-AF37-2BE127820D74}" destId="{B11678E6-21E1-4696-80A8-C02FECD5BC1D}" srcOrd="0" destOrd="0" presId="urn:microsoft.com/office/officeart/2018/2/layout/IconCircleList"/>
    <dgm:cxn modelId="{61045F6C-FD5C-4926-A46E-560903C8486F}" type="presParOf" srcId="{A45C4D02-80C6-4C90-AF37-2BE127820D74}" destId="{EFAA15DC-5A4C-4E89-A04C-D15A99A8FCE3}" srcOrd="1" destOrd="0" presId="urn:microsoft.com/office/officeart/2018/2/layout/IconCircleList"/>
    <dgm:cxn modelId="{15E36549-5FFD-4C63-B5AD-992840F96DE9}" type="presParOf" srcId="{A45C4D02-80C6-4C90-AF37-2BE127820D74}" destId="{3D4E983B-527C-4B6A-B274-BDFBDEF3CE0D}" srcOrd="2" destOrd="0" presId="urn:microsoft.com/office/officeart/2018/2/layout/IconCircleList"/>
    <dgm:cxn modelId="{511F52CA-7D46-4D8C-8EA3-C8A13A6DEDF4}" type="presParOf" srcId="{A45C4D02-80C6-4C90-AF37-2BE127820D74}" destId="{92661407-84B4-432F-9B79-6C8ABCB65064}" srcOrd="3" destOrd="0" presId="urn:microsoft.com/office/officeart/2018/2/layout/IconCircleList"/>
    <dgm:cxn modelId="{C41C4F6D-E2DA-4180-B91F-FCAF8F96ED01}" type="presParOf" srcId="{E856D361-F1A0-4880-975E-B420775650FE}" destId="{4109669F-17C1-42EB-97E2-94F4EF22863D}" srcOrd="3" destOrd="0" presId="urn:microsoft.com/office/officeart/2018/2/layout/IconCircleList"/>
    <dgm:cxn modelId="{CA9C223A-E19C-41EB-945B-0F1E13A26D5F}" type="presParOf" srcId="{E856D361-F1A0-4880-975E-B420775650FE}" destId="{50A791A4-26DD-46B9-AC02-C5D63F2000C5}" srcOrd="4" destOrd="0" presId="urn:microsoft.com/office/officeart/2018/2/layout/IconCircleList"/>
    <dgm:cxn modelId="{185A9D26-F948-4907-9EBE-3F1F6A95430E}" type="presParOf" srcId="{50A791A4-26DD-46B9-AC02-C5D63F2000C5}" destId="{A8349A49-2272-4CA1-B396-5E4941F6E93D}" srcOrd="0" destOrd="0" presId="urn:microsoft.com/office/officeart/2018/2/layout/IconCircleList"/>
    <dgm:cxn modelId="{0CCAF266-3632-40A6-8426-7B09B2519646}" type="presParOf" srcId="{50A791A4-26DD-46B9-AC02-C5D63F2000C5}" destId="{C55DAC35-8F58-4008-81A9-4873BEEB3455}" srcOrd="1" destOrd="0" presId="urn:microsoft.com/office/officeart/2018/2/layout/IconCircleList"/>
    <dgm:cxn modelId="{5E706549-096C-4D48-B791-A192F1F96731}" type="presParOf" srcId="{50A791A4-26DD-46B9-AC02-C5D63F2000C5}" destId="{BF8C9047-51EA-4525-8510-527DFBC004AF}" srcOrd="2" destOrd="0" presId="urn:microsoft.com/office/officeart/2018/2/layout/IconCircleList"/>
    <dgm:cxn modelId="{24099BD1-9C9E-472C-807A-3316A5C72641}" type="presParOf" srcId="{50A791A4-26DD-46B9-AC02-C5D63F2000C5}" destId="{EB33D440-32A6-4415-823F-A67F964AA92A}" srcOrd="3" destOrd="0" presId="urn:microsoft.com/office/officeart/2018/2/layout/IconCircleList"/>
    <dgm:cxn modelId="{71957569-8424-4653-9305-5D9468E05D55}" type="presParOf" srcId="{E856D361-F1A0-4880-975E-B420775650FE}" destId="{A3CC7A01-A5B9-4276-A33A-10EB46DE3810}" srcOrd="5" destOrd="0" presId="urn:microsoft.com/office/officeart/2018/2/layout/IconCircleList"/>
    <dgm:cxn modelId="{43ACA99C-E61C-4CA2-B7C6-CE7BC7D25A09}" type="presParOf" srcId="{E856D361-F1A0-4880-975E-B420775650FE}" destId="{7620C773-5403-41B1-926E-A9BA136FC5DB}" srcOrd="6" destOrd="0" presId="urn:microsoft.com/office/officeart/2018/2/layout/IconCircleList"/>
    <dgm:cxn modelId="{C698BC56-082A-4A2F-B498-837EB56E4F6E}" type="presParOf" srcId="{7620C773-5403-41B1-926E-A9BA136FC5DB}" destId="{00C869E1-893C-4E6F-93DC-0D9D655F4EAE}" srcOrd="0" destOrd="0" presId="urn:microsoft.com/office/officeart/2018/2/layout/IconCircleList"/>
    <dgm:cxn modelId="{F4F73211-2665-41EB-8B2E-86ECC7E09FAE}" type="presParOf" srcId="{7620C773-5403-41B1-926E-A9BA136FC5DB}" destId="{89DF59B8-1E00-4EB3-9519-B0CA1D6C422E}" srcOrd="1" destOrd="0" presId="urn:microsoft.com/office/officeart/2018/2/layout/IconCircleList"/>
    <dgm:cxn modelId="{469B5B51-1D03-4DC5-84BC-BCEEDA7B3EE1}" type="presParOf" srcId="{7620C773-5403-41B1-926E-A9BA136FC5DB}" destId="{B8307B74-FA64-4604-989A-286C8F233D0D}" srcOrd="2" destOrd="0" presId="urn:microsoft.com/office/officeart/2018/2/layout/IconCircleList"/>
    <dgm:cxn modelId="{CB27F99C-95A4-448B-9CC7-542AA0F83944}" type="presParOf" srcId="{7620C773-5403-41B1-926E-A9BA136FC5DB}" destId="{2833B9B2-52AA-4A34-837E-945C2C423C21}" srcOrd="3" destOrd="0" presId="urn:microsoft.com/office/officeart/2018/2/layout/IconCircleList"/>
    <dgm:cxn modelId="{96F68BA8-6C7E-4693-93E6-E9586BD6C9F7}" type="presParOf" srcId="{E856D361-F1A0-4880-975E-B420775650FE}" destId="{58E41DDC-EB0C-4EF9-B0D3-7E727C8847F1}" srcOrd="7" destOrd="0" presId="urn:microsoft.com/office/officeart/2018/2/layout/IconCircleList"/>
    <dgm:cxn modelId="{576E9F9E-316B-4260-B324-0790A4701389}" type="presParOf" srcId="{E856D361-F1A0-4880-975E-B420775650FE}" destId="{F3ACC010-FEDD-4641-90FB-B2D0D389CCF7}" srcOrd="8" destOrd="0" presId="urn:microsoft.com/office/officeart/2018/2/layout/IconCircleList"/>
    <dgm:cxn modelId="{720463F1-3D43-4DCD-914C-BA278FA03B05}" type="presParOf" srcId="{F3ACC010-FEDD-4641-90FB-B2D0D389CCF7}" destId="{ACEEC3F1-A490-4438-BD5F-1A15C55D8C8F}" srcOrd="0" destOrd="0" presId="urn:microsoft.com/office/officeart/2018/2/layout/IconCircleList"/>
    <dgm:cxn modelId="{AA626D1E-8614-4FBA-B520-4F59A9643B50}" type="presParOf" srcId="{F3ACC010-FEDD-4641-90FB-B2D0D389CCF7}" destId="{2771FA77-2621-46E7-8DEB-732494ED40FE}" srcOrd="1" destOrd="0" presId="urn:microsoft.com/office/officeart/2018/2/layout/IconCircleList"/>
    <dgm:cxn modelId="{9C3A8C47-034B-4C5D-9B86-5E6E1E55EB21}" type="presParOf" srcId="{F3ACC010-FEDD-4641-90FB-B2D0D389CCF7}" destId="{BEC4C760-2BCF-494C-B125-93F5C777AB69}" srcOrd="2" destOrd="0" presId="urn:microsoft.com/office/officeart/2018/2/layout/IconCircleList"/>
    <dgm:cxn modelId="{10FE2D91-CF60-4B0B-8E93-F28D687F1165}" type="presParOf" srcId="{F3ACC010-FEDD-4641-90FB-B2D0D389CCF7}" destId="{85E520AD-A289-4967-BEAD-3387ADD8E23C}" srcOrd="3" destOrd="0" presId="urn:microsoft.com/office/officeart/2018/2/layout/IconCircleList"/>
    <dgm:cxn modelId="{63BFB74E-3AD2-4523-8CC1-CE93DC4A1459}" type="presParOf" srcId="{E856D361-F1A0-4880-975E-B420775650FE}" destId="{12E959D6-B989-44C2-99BF-406EFBDA45E3}" srcOrd="9" destOrd="0" presId="urn:microsoft.com/office/officeart/2018/2/layout/IconCircleList"/>
    <dgm:cxn modelId="{DB6A12B3-BA96-4774-8BAA-2C56FB6DBE9D}" type="presParOf" srcId="{E856D361-F1A0-4880-975E-B420775650FE}" destId="{3C30017C-DED8-4C4B-B76A-F965BE5C39FA}" srcOrd="10" destOrd="0" presId="urn:microsoft.com/office/officeart/2018/2/layout/IconCircleList"/>
    <dgm:cxn modelId="{51854258-D3BA-4EC5-A462-5F1315AB8D1F}" type="presParOf" srcId="{3C30017C-DED8-4C4B-B76A-F965BE5C39FA}" destId="{9E0E6F89-91EE-47CD-B179-AB5F264578A2}" srcOrd="0" destOrd="0" presId="urn:microsoft.com/office/officeart/2018/2/layout/IconCircleList"/>
    <dgm:cxn modelId="{1C4DF95B-3771-4F3D-B26F-EC8C2523D4CF}" type="presParOf" srcId="{3C30017C-DED8-4C4B-B76A-F965BE5C39FA}" destId="{7B1B8C30-BA6D-480B-A0B6-EE777D3895DB}" srcOrd="1" destOrd="0" presId="urn:microsoft.com/office/officeart/2018/2/layout/IconCircleList"/>
    <dgm:cxn modelId="{FA53BB50-CAC3-430C-BE17-D5173092BEC2}" type="presParOf" srcId="{3C30017C-DED8-4C4B-B76A-F965BE5C39FA}" destId="{CC5BBF6D-DAD1-4448-BA33-55F19353EAD0}" srcOrd="2" destOrd="0" presId="urn:microsoft.com/office/officeart/2018/2/layout/IconCircleList"/>
    <dgm:cxn modelId="{A534A52F-FE3A-4778-A37E-9B5026FA6811}" type="presParOf" srcId="{3C30017C-DED8-4C4B-B76A-F965BE5C39FA}" destId="{555EC638-A9AD-487C-8D3C-A10F2850AB7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1649DE-4F4F-484D-8DAD-1BAD27F3DC4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79E431-84B3-42A4-8EF1-B70155C8D17B}">
      <dgm:prSet/>
      <dgm:spPr>
        <a:solidFill>
          <a:srgbClr val="734B67"/>
        </a:solidFill>
      </dgm:spPr>
      <dgm:t>
        <a:bodyPr/>
        <a:lstStyle/>
        <a:p>
          <a:r>
            <a:rPr lang="en-GB" b="0" i="0" baseline="0" dirty="0">
              <a:solidFill>
                <a:schemeClr val="bg1"/>
              </a:solidFill>
            </a:rPr>
            <a:t>Run NMF multiple times</a:t>
          </a:r>
          <a:br>
            <a:rPr lang="en-GB" b="0" i="0" baseline="0" dirty="0">
              <a:solidFill>
                <a:schemeClr val="bg1"/>
              </a:solidFill>
            </a:rPr>
          </a:br>
          <a:r>
            <a:rPr lang="en-GB" b="0" i="0" baseline="0" dirty="0">
              <a:solidFill>
                <a:schemeClr val="bg1"/>
              </a:solidFill>
            </a:rPr>
            <a:t>test different k values</a:t>
          </a:r>
          <a:endParaRPr lang="en-US" dirty="0">
            <a:solidFill>
              <a:schemeClr val="bg1"/>
            </a:solidFill>
          </a:endParaRPr>
        </a:p>
      </dgm:t>
    </dgm:pt>
    <dgm:pt modelId="{273D2794-D9DA-4151-B03D-277D48CC88CE}" type="parTrans" cxnId="{831B2439-9585-4BB8-87A9-9FD46650E494}">
      <dgm:prSet/>
      <dgm:spPr/>
      <dgm:t>
        <a:bodyPr/>
        <a:lstStyle/>
        <a:p>
          <a:endParaRPr lang="en-US"/>
        </a:p>
      </dgm:t>
    </dgm:pt>
    <dgm:pt modelId="{BA2E00C7-2220-4EC6-B281-5EC6C48BC274}" type="sibTrans" cxnId="{831B2439-9585-4BB8-87A9-9FD46650E494}">
      <dgm:prSet/>
      <dgm:spPr/>
      <dgm:t>
        <a:bodyPr/>
        <a:lstStyle/>
        <a:p>
          <a:endParaRPr lang="en-US"/>
        </a:p>
      </dgm:t>
    </dgm:pt>
    <dgm:pt modelId="{45234290-84D3-420D-958D-0C1033E05EB1}">
      <dgm:prSet/>
      <dgm:spPr>
        <a:solidFill>
          <a:srgbClr val="734B67"/>
        </a:solidFill>
      </dgm:spPr>
      <dgm:t>
        <a:bodyPr/>
        <a:lstStyle/>
        <a:p>
          <a:r>
            <a:rPr lang="en-GB" b="0" i="0" baseline="0" dirty="0">
              <a:solidFill>
                <a:schemeClr val="bg1"/>
              </a:solidFill>
            </a:rPr>
            <a:t>Assess clustering stability Cophenetic coefficient</a:t>
          </a:r>
          <a:endParaRPr lang="en-US" dirty="0">
            <a:solidFill>
              <a:schemeClr val="bg1"/>
            </a:solidFill>
          </a:endParaRPr>
        </a:p>
      </dgm:t>
    </dgm:pt>
    <dgm:pt modelId="{E53F4E2D-C93F-4A5F-A83F-6A52927EE950}" type="parTrans" cxnId="{F6AC894A-61FC-4B72-A1DD-B43F4A01028E}">
      <dgm:prSet/>
      <dgm:spPr/>
      <dgm:t>
        <a:bodyPr/>
        <a:lstStyle/>
        <a:p>
          <a:endParaRPr lang="en-US"/>
        </a:p>
      </dgm:t>
    </dgm:pt>
    <dgm:pt modelId="{76B15C79-9B40-4137-BC84-106AEAB030EC}" type="sibTrans" cxnId="{F6AC894A-61FC-4B72-A1DD-B43F4A01028E}">
      <dgm:prSet/>
      <dgm:spPr/>
      <dgm:t>
        <a:bodyPr/>
        <a:lstStyle/>
        <a:p>
          <a:endParaRPr lang="en-US"/>
        </a:p>
      </dgm:t>
    </dgm:pt>
    <dgm:pt modelId="{E43AD776-B57B-4D5B-B1A6-22491D4C9A25}">
      <dgm:prSet/>
      <dgm:spPr>
        <a:solidFill>
          <a:srgbClr val="734B67"/>
        </a:solidFill>
      </dgm:spPr>
      <dgm:t>
        <a:bodyPr/>
        <a:lstStyle/>
        <a:p>
          <a:r>
            <a:rPr lang="en-GB" b="0" i="0" baseline="0" dirty="0">
              <a:solidFill>
                <a:schemeClr val="bg1"/>
              </a:solidFill>
            </a:rPr>
            <a:t>Evaluate cluster separation Silhouette score</a:t>
          </a:r>
          <a:endParaRPr lang="en-US" dirty="0">
            <a:solidFill>
              <a:schemeClr val="bg1"/>
            </a:solidFill>
          </a:endParaRPr>
        </a:p>
      </dgm:t>
    </dgm:pt>
    <dgm:pt modelId="{EB794918-7CF7-4D67-88D5-74F23E3F7E46}" type="parTrans" cxnId="{CDDC07A4-5AF7-48B1-84D8-8D2CB58A5860}">
      <dgm:prSet/>
      <dgm:spPr/>
      <dgm:t>
        <a:bodyPr/>
        <a:lstStyle/>
        <a:p>
          <a:endParaRPr lang="en-US"/>
        </a:p>
      </dgm:t>
    </dgm:pt>
    <dgm:pt modelId="{7549B36A-C62E-40B9-AD12-F5C412A764AB}" type="sibTrans" cxnId="{CDDC07A4-5AF7-48B1-84D8-8D2CB58A5860}">
      <dgm:prSet/>
      <dgm:spPr/>
      <dgm:t>
        <a:bodyPr/>
        <a:lstStyle/>
        <a:p>
          <a:endParaRPr lang="en-US"/>
        </a:p>
      </dgm:t>
    </dgm:pt>
    <dgm:pt modelId="{8B209915-AC0B-4662-B085-34676F0C06D5}">
      <dgm:prSet/>
      <dgm:spPr>
        <a:solidFill>
          <a:srgbClr val="734B67"/>
        </a:solidFill>
      </dgm:spPr>
      <dgm:t>
        <a:bodyPr/>
        <a:lstStyle/>
        <a:p>
          <a:r>
            <a:rPr lang="en-GB" b="0" i="0" baseline="0" dirty="0">
              <a:solidFill>
                <a:schemeClr val="bg1"/>
              </a:solidFill>
            </a:rPr>
            <a:t>Compare model fit Improvement over lower or random solutions</a:t>
          </a:r>
          <a:endParaRPr lang="en-US" dirty="0">
            <a:solidFill>
              <a:schemeClr val="bg1"/>
            </a:solidFill>
          </a:endParaRPr>
        </a:p>
      </dgm:t>
    </dgm:pt>
    <dgm:pt modelId="{3CFCBFBB-BF14-446F-9FB9-890A65B6A49B}" type="parTrans" cxnId="{05F786D3-3884-4C06-83C1-2D8AC7FD3C02}">
      <dgm:prSet/>
      <dgm:spPr/>
      <dgm:t>
        <a:bodyPr/>
        <a:lstStyle/>
        <a:p>
          <a:endParaRPr lang="en-US"/>
        </a:p>
      </dgm:t>
    </dgm:pt>
    <dgm:pt modelId="{3B93C78F-84B9-4FB5-A9CA-65F71003062B}" type="sibTrans" cxnId="{05F786D3-3884-4C06-83C1-2D8AC7FD3C02}">
      <dgm:prSet/>
      <dgm:spPr/>
      <dgm:t>
        <a:bodyPr/>
        <a:lstStyle/>
        <a:p>
          <a:endParaRPr lang="en-US"/>
        </a:p>
      </dgm:t>
    </dgm:pt>
    <dgm:pt modelId="{40FC6AE2-E1A9-4BD3-84AC-ECB7B715A770}" type="pres">
      <dgm:prSet presAssocID="{B11649DE-4F4F-484D-8DAD-1BAD27F3DC45}" presName="Name0" presStyleCnt="0">
        <dgm:presLayoutVars>
          <dgm:dir/>
          <dgm:animLvl val="lvl"/>
          <dgm:resizeHandles val="exact"/>
        </dgm:presLayoutVars>
      </dgm:prSet>
      <dgm:spPr/>
    </dgm:pt>
    <dgm:pt modelId="{2660D140-C806-4DEF-83F7-7BBC50633CEB}" type="pres">
      <dgm:prSet presAssocID="{D679E431-84B3-42A4-8EF1-B70155C8D17B}" presName="linNode" presStyleCnt="0"/>
      <dgm:spPr/>
    </dgm:pt>
    <dgm:pt modelId="{0E145A38-09ED-40E1-8800-E1FB6BD884D9}" type="pres">
      <dgm:prSet presAssocID="{D679E431-84B3-42A4-8EF1-B70155C8D17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FBC7328-74B0-487F-91EB-478C7A942609}" type="pres">
      <dgm:prSet presAssocID="{BA2E00C7-2220-4EC6-B281-5EC6C48BC274}" presName="sp" presStyleCnt="0"/>
      <dgm:spPr/>
    </dgm:pt>
    <dgm:pt modelId="{348591E4-B0EC-40C7-81FA-6D0D488E61A2}" type="pres">
      <dgm:prSet presAssocID="{45234290-84D3-420D-958D-0C1033E05EB1}" presName="linNode" presStyleCnt="0"/>
      <dgm:spPr/>
    </dgm:pt>
    <dgm:pt modelId="{73452AAD-FF58-49AA-B3B9-909B6E062A74}" type="pres">
      <dgm:prSet presAssocID="{45234290-84D3-420D-958D-0C1033E05EB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6569788-F663-472A-B252-46084692384D}" type="pres">
      <dgm:prSet presAssocID="{76B15C79-9B40-4137-BC84-106AEAB030EC}" presName="sp" presStyleCnt="0"/>
      <dgm:spPr/>
    </dgm:pt>
    <dgm:pt modelId="{EE8DE2CB-DF98-49BE-B2CC-D24F275248AE}" type="pres">
      <dgm:prSet presAssocID="{E43AD776-B57B-4D5B-B1A6-22491D4C9A25}" presName="linNode" presStyleCnt="0"/>
      <dgm:spPr/>
    </dgm:pt>
    <dgm:pt modelId="{B99FC86C-5D9E-420B-9AAF-002E8E1BD62D}" type="pres">
      <dgm:prSet presAssocID="{E43AD776-B57B-4D5B-B1A6-22491D4C9A2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4690972-E4E1-48EB-91BF-2F8E2FC4D984}" type="pres">
      <dgm:prSet presAssocID="{7549B36A-C62E-40B9-AD12-F5C412A764AB}" presName="sp" presStyleCnt="0"/>
      <dgm:spPr/>
    </dgm:pt>
    <dgm:pt modelId="{C4354C02-F8E7-490A-97CA-5A8D5E0B2AFD}" type="pres">
      <dgm:prSet presAssocID="{8B209915-AC0B-4662-B085-34676F0C06D5}" presName="linNode" presStyleCnt="0"/>
      <dgm:spPr/>
    </dgm:pt>
    <dgm:pt modelId="{29EF84AA-0EF7-476B-964E-0DF7475D84C2}" type="pres">
      <dgm:prSet presAssocID="{8B209915-AC0B-4662-B085-34676F0C06D5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81751E01-4DDD-496A-8CBD-6A0FF0961B5A}" type="presOf" srcId="{8B209915-AC0B-4662-B085-34676F0C06D5}" destId="{29EF84AA-0EF7-476B-964E-0DF7475D84C2}" srcOrd="0" destOrd="0" presId="urn:microsoft.com/office/officeart/2005/8/layout/vList5"/>
    <dgm:cxn modelId="{58EFB836-5254-4E4C-B249-F147DE5A9EF5}" type="presOf" srcId="{45234290-84D3-420D-958D-0C1033E05EB1}" destId="{73452AAD-FF58-49AA-B3B9-909B6E062A74}" srcOrd="0" destOrd="0" presId="urn:microsoft.com/office/officeart/2005/8/layout/vList5"/>
    <dgm:cxn modelId="{831B2439-9585-4BB8-87A9-9FD46650E494}" srcId="{B11649DE-4F4F-484D-8DAD-1BAD27F3DC45}" destId="{D679E431-84B3-42A4-8EF1-B70155C8D17B}" srcOrd="0" destOrd="0" parTransId="{273D2794-D9DA-4151-B03D-277D48CC88CE}" sibTransId="{BA2E00C7-2220-4EC6-B281-5EC6C48BC274}"/>
    <dgm:cxn modelId="{F6AC894A-61FC-4B72-A1DD-B43F4A01028E}" srcId="{B11649DE-4F4F-484D-8DAD-1BAD27F3DC45}" destId="{45234290-84D3-420D-958D-0C1033E05EB1}" srcOrd="1" destOrd="0" parTransId="{E53F4E2D-C93F-4A5F-A83F-6A52927EE950}" sibTransId="{76B15C79-9B40-4137-BC84-106AEAB030EC}"/>
    <dgm:cxn modelId="{CDDC07A4-5AF7-48B1-84D8-8D2CB58A5860}" srcId="{B11649DE-4F4F-484D-8DAD-1BAD27F3DC45}" destId="{E43AD776-B57B-4D5B-B1A6-22491D4C9A25}" srcOrd="2" destOrd="0" parTransId="{EB794918-7CF7-4D67-88D5-74F23E3F7E46}" sibTransId="{7549B36A-C62E-40B9-AD12-F5C412A764AB}"/>
    <dgm:cxn modelId="{44F42CCB-8241-4A80-AEF2-8B05A3762915}" type="presOf" srcId="{E43AD776-B57B-4D5B-B1A6-22491D4C9A25}" destId="{B99FC86C-5D9E-420B-9AAF-002E8E1BD62D}" srcOrd="0" destOrd="0" presId="urn:microsoft.com/office/officeart/2005/8/layout/vList5"/>
    <dgm:cxn modelId="{05F786D3-3884-4C06-83C1-2D8AC7FD3C02}" srcId="{B11649DE-4F4F-484D-8DAD-1BAD27F3DC45}" destId="{8B209915-AC0B-4662-B085-34676F0C06D5}" srcOrd="3" destOrd="0" parTransId="{3CFCBFBB-BF14-446F-9FB9-890A65B6A49B}" sibTransId="{3B93C78F-84B9-4FB5-A9CA-65F71003062B}"/>
    <dgm:cxn modelId="{F0F220E9-7F94-4421-9CB3-624258770942}" type="presOf" srcId="{B11649DE-4F4F-484D-8DAD-1BAD27F3DC45}" destId="{40FC6AE2-E1A9-4BD3-84AC-ECB7B715A770}" srcOrd="0" destOrd="0" presId="urn:microsoft.com/office/officeart/2005/8/layout/vList5"/>
    <dgm:cxn modelId="{DA600EF4-4D5B-436A-9D3F-F61CFE60F262}" type="presOf" srcId="{D679E431-84B3-42A4-8EF1-B70155C8D17B}" destId="{0E145A38-09ED-40E1-8800-E1FB6BD884D9}" srcOrd="0" destOrd="0" presId="urn:microsoft.com/office/officeart/2005/8/layout/vList5"/>
    <dgm:cxn modelId="{DA0D3734-35D9-408F-9B54-66F98721FAD2}" type="presParOf" srcId="{40FC6AE2-E1A9-4BD3-84AC-ECB7B715A770}" destId="{2660D140-C806-4DEF-83F7-7BBC50633CEB}" srcOrd="0" destOrd="0" presId="urn:microsoft.com/office/officeart/2005/8/layout/vList5"/>
    <dgm:cxn modelId="{78953D64-3CAB-445D-A9CB-4A2DF11521DE}" type="presParOf" srcId="{2660D140-C806-4DEF-83F7-7BBC50633CEB}" destId="{0E145A38-09ED-40E1-8800-E1FB6BD884D9}" srcOrd="0" destOrd="0" presId="urn:microsoft.com/office/officeart/2005/8/layout/vList5"/>
    <dgm:cxn modelId="{950BAF98-5E69-4294-85ED-0742BC6FAA41}" type="presParOf" srcId="{40FC6AE2-E1A9-4BD3-84AC-ECB7B715A770}" destId="{CFBC7328-74B0-487F-91EB-478C7A942609}" srcOrd="1" destOrd="0" presId="urn:microsoft.com/office/officeart/2005/8/layout/vList5"/>
    <dgm:cxn modelId="{D13A4E50-67E8-42AF-9911-F3C5724F0F5C}" type="presParOf" srcId="{40FC6AE2-E1A9-4BD3-84AC-ECB7B715A770}" destId="{348591E4-B0EC-40C7-81FA-6D0D488E61A2}" srcOrd="2" destOrd="0" presId="urn:microsoft.com/office/officeart/2005/8/layout/vList5"/>
    <dgm:cxn modelId="{FFA85348-D757-43F8-AD9F-DE955EBDFF26}" type="presParOf" srcId="{348591E4-B0EC-40C7-81FA-6D0D488E61A2}" destId="{73452AAD-FF58-49AA-B3B9-909B6E062A74}" srcOrd="0" destOrd="0" presId="urn:microsoft.com/office/officeart/2005/8/layout/vList5"/>
    <dgm:cxn modelId="{65EB128D-D300-41CF-96FB-A02F7C7CB3E9}" type="presParOf" srcId="{40FC6AE2-E1A9-4BD3-84AC-ECB7B715A770}" destId="{96569788-F663-472A-B252-46084692384D}" srcOrd="3" destOrd="0" presId="urn:microsoft.com/office/officeart/2005/8/layout/vList5"/>
    <dgm:cxn modelId="{B957EDDA-B1A9-4964-880D-C4AA78ACD4F6}" type="presParOf" srcId="{40FC6AE2-E1A9-4BD3-84AC-ECB7B715A770}" destId="{EE8DE2CB-DF98-49BE-B2CC-D24F275248AE}" srcOrd="4" destOrd="0" presId="urn:microsoft.com/office/officeart/2005/8/layout/vList5"/>
    <dgm:cxn modelId="{EF48E23F-2185-46ED-B500-31F6FBD5704D}" type="presParOf" srcId="{EE8DE2CB-DF98-49BE-B2CC-D24F275248AE}" destId="{B99FC86C-5D9E-420B-9AAF-002E8E1BD62D}" srcOrd="0" destOrd="0" presId="urn:microsoft.com/office/officeart/2005/8/layout/vList5"/>
    <dgm:cxn modelId="{2C8DBAAD-7EE2-4FA8-B35A-CB6EF6D8FD43}" type="presParOf" srcId="{40FC6AE2-E1A9-4BD3-84AC-ECB7B715A770}" destId="{D4690972-E4E1-48EB-91BF-2F8E2FC4D984}" srcOrd="5" destOrd="0" presId="urn:microsoft.com/office/officeart/2005/8/layout/vList5"/>
    <dgm:cxn modelId="{08C94D00-2C67-436B-AB9F-495DE7F6DAF1}" type="presParOf" srcId="{40FC6AE2-E1A9-4BD3-84AC-ECB7B715A770}" destId="{C4354C02-F8E7-490A-97CA-5A8D5E0B2AFD}" srcOrd="6" destOrd="0" presId="urn:microsoft.com/office/officeart/2005/8/layout/vList5"/>
    <dgm:cxn modelId="{2EFE0C26-70C7-443D-8F87-4B6B88B1F345}" type="presParOf" srcId="{C4354C02-F8E7-490A-97CA-5A8D5E0B2AFD}" destId="{29EF84AA-0EF7-476B-964E-0DF7475D84C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5B7C0F-A3BE-4A7C-9713-B0A61FBEC87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7F67699-097F-473D-849C-71F9BECD9D99}">
      <dgm:prSet/>
      <dgm:spPr/>
      <dgm:t>
        <a:bodyPr/>
        <a:lstStyle/>
        <a:p>
          <a:r>
            <a:rPr lang="en-GB" b="1" dirty="0"/>
            <a:t>What is it?</a:t>
          </a:r>
          <a:endParaRPr lang="en-US" b="1" dirty="0"/>
        </a:p>
      </dgm:t>
    </dgm:pt>
    <dgm:pt modelId="{4081EA47-60B3-4E7A-8EA6-AAB2D4512817}" type="parTrans" cxnId="{0DDE6064-D19A-427E-BCA1-C0AED79ED96F}">
      <dgm:prSet/>
      <dgm:spPr/>
      <dgm:t>
        <a:bodyPr/>
        <a:lstStyle/>
        <a:p>
          <a:endParaRPr lang="en-US"/>
        </a:p>
      </dgm:t>
    </dgm:pt>
    <dgm:pt modelId="{18354370-AD75-4C59-BBD5-03A720243027}" type="sibTrans" cxnId="{0DDE6064-D19A-427E-BCA1-C0AED79ED96F}">
      <dgm:prSet/>
      <dgm:spPr/>
      <dgm:t>
        <a:bodyPr/>
        <a:lstStyle/>
        <a:p>
          <a:endParaRPr lang="en-US"/>
        </a:p>
      </dgm:t>
    </dgm:pt>
    <dgm:pt modelId="{3A812F3F-CC4E-4FDA-9BF4-BE021703118B}">
      <dgm:prSet/>
      <dgm:spPr/>
      <dgm:t>
        <a:bodyPr/>
        <a:lstStyle/>
        <a:p>
          <a:r>
            <a:rPr lang="en-GB" dirty="0"/>
            <a:t>A network-based community detection method</a:t>
          </a:r>
          <a:endParaRPr lang="en-US" dirty="0"/>
        </a:p>
      </dgm:t>
    </dgm:pt>
    <dgm:pt modelId="{10874275-D8E3-40BC-9738-A7EB4B154737}" type="parTrans" cxnId="{D0534DBE-06DE-449D-8D93-93A37DD3B215}">
      <dgm:prSet/>
      <dgm:spPr/>
      <dgm:t>
        <a:bodyPr/>
        <a:lstStyle/>
        <a:p>
          <a:endParaRPr lang="en-US"/>
        </a:p>
      </dgm:t>
    </dgm:pt>
    <dgm:pt modelId="{6347B553-E534-4998-A3DA-5825D9540A3E}" type="sibTrans" cxnId="{D0534DBE-06DE-449D-8D93-93A37DD3B215}">
      <dgm:prSet/>
      <dgm:spPr/>
      <dgm:t>
        <a:bodyPr/>
        <a:lstStyle/>
        <a:p>
          <a:endParaRPr lang="en-US"/>
        </a:p>
      </dgm:t>
    </dgm:pt>
    <dgm:pt modelId="{43A84E9A-9574-463B-8BEA-FB9A3E67AB36}">
      <dgm:prSet/>
      <dgm:spPr/>
      <dgm:t>
        <a:bodyPr/>
        <a:lstStyle/>
        <a:p>
          <a:r>
            <a:rPr lang="en-GB"/>
            <a:t>Identifies groups of highly interconnected nodes</a:t>
          </a:r>
          <a:endParaRPr lang="en-US"/>
        </a:p>
      </dgm:t>
    </dgm:pt>
    <dgm:pt modelId="{C4BC7C0E-A52D-42BE-9E6E-2110B67DCF27}" type="parTrans" cxnId="{4065BFE5-ED62-4890-87F2-F93E629DC73C}">
      <dgm:prSet/>
      <dgm:spPr/>
      <dgm:t>
        <a:bodyPr/>
        <a:lstStyle/>
        <a:p>
          <a:endParaRPr lang="en-US"/>
        </a:p>
      </dgm:t>
    </dgm:pt>
    <dgm:pt modelId="{462DAC20-6F28-4871-B871-F60BC4B2E654}" type="sibTrans" cxnId="{4065BFE5-ED62-4890-87F2-F93E629DC73C}">
      <dgm:prSet/>
      <dgm:spPr/>
      <dgm:t>
        <a:bodyPr/>
        <a:lstStyle/>
        <a:p>
          <a:endParaRPr lang="en-US"/>
        </a:p>
      </dgm:t>
    </dgm:pt>
    <dgm:pt modelId="{8E5C3493-7EB8-4CDB-B7B4-0BB56057D275}">
      <dgm:prSet/>
      <dgm:spPr/>
      <dgm:t>
        <a:bodyPr/>
        <a:lstStyle/>
        <a:p>
          <a:r>
            <a:rPr lang="en-GB"/>
            <a:t>Maximizes network modularity</a:t>
          </a:r>
          <a:br>
            <a:rPr lang="en-GB"/>
          </a:br>
          <a:endParaRPr lang="en-US"/>
        </a:p>
      </dgm:t>
    </dgm:pt>
    <dgm:pt modelId="{C3EA7416-9028-4D48-AF64-D8A92B56B9F5}" type="parTrans" cxnId="{C7776C25-E3F9-41FE-B3AD-C14577DAE1E2}">
      <dgm:prSet/>
      <dgm:spPr/>
      <dgm:t>
        <a:bodyPr/>
        <a:lstStyle/>
        <a:p>
          <a:endParaRPr lang="en-US"/>
        </a:p>
      </dgm:t>
    </dgm:pt>
    <dgm:pt modelId="{633C43A4-060C-4753-8C98-7D7442A1456D}" type="sibTrans" cxnId="{C7776C25-E3F9-41FE-B3AD-C14577DAE1E2}">
      <dgm:prSet/>
      <dgm:spPr/>
      <dgm:t>
        <a:bodyPr/>
        <a:lstStyle/>
        <a:p>
          <a:endParaRPr lang="en-US"/>
        </a:p>
      </dgm:t>
    </dgm:pt>
    <dgm:pt modelId="{127130D6-17A7-492F-AFED-2C951E91118A}">
      <dgm:prSet/>
      <dgm:spPr/>
      <dgm:t>
        <a:bodyPr/>
        <a:lstStyle/>
        <a:p>
          <a:r>
            <a:rPr lang="en-GB" b="1"/>
            <a:t>Why use it after NMF?</a:t>
          </a:r>
          <a:endParaRPr lang="en-US"/>
        </a:p>
      </dgm:t>
    </dgm:pt>
    <dgm:pt modelId="{597F1FFF-6482-49B8-A06F-5B125AEA7C11}" type="parTrans" cxnId="{AB4F7E5C-39D9-4DFF-A222-DA0F54ABB2E2}">
      <dgm:prSet/>
      <dgm:spPr/>
      <dgm:t>
        <a:bodyPr/>
        <a:lstStyle/>
        <a:p>
          <a:endParaRPr lang="en-US"/>
        </a:p>
      </dgm:t>
    </dgm:pt>
    <dgm:pt modelId="{D71C2DD3-90E3-482B-8AD7-EF7AB556B0D9}" type="sibTrans" cxnId="{AB4F7E5C-39D9-4DFF-A222-DA0F54ABB2E2}">
      <dgm:prSet/>
      <dgm:spPr/>
      <dgm:t>
        <a:bodyPr/>
        <a:lstStyle/>
        <a:p>
          <a:endParaRPr lang="en-US"/>
        </a:p>
      </dgm:t>
    </dgm:pt>
    <dgm:pt modelId="{3F2AFBC5-6D34-4E7A-9F40-C34B5718B9F9}">
      <dgm:prSet/>
      <dgm:spPr/>
      <dgm:t>
        <a:bodyPr/>
        <a:lstStyle/>
        <a:p>
          <a:r>
            <a:rPr lang="en-GB"/>
            <a:t>Provides an independent clustering approach</a:t>
          </a:r>
          <a:endParaRPr lang="en-US"/>
        </a:p>
      </dgm:t>
    </dgm:pt>
    <dgm:pt modelId="{762747D5-5012-453A-B252-19ECDC278A64}" type="parTrans" cxnId="{2A210BCB-6610-4CD1-B5DD-7EA433759C4E}">
      <dgm:prSet/>
      <dgm:spPr/>
      <dgm:t>
        <a:bodyPr/>
        <a:lstStyle/>
        <a:p>
          <a:endParaRPr lang="en-US"/>
        </a:p>
      </dgm:t>
    </dgm:pt>
    <dgm:pt modelId="{EE1FA1A3-0EB9-4415-943A-614B084A7A5E}" type="sibTrans" cxnId="{2A210BCB-6610-4CD1-B5DD-7EA433759C4E}">
      <dgm:prSet/>
      <dgm:spPr/>
      <dgm:t>
        <a:bodyPr/>
        <a:lstStyle/>
        <a:p>
          <a:endParaRPr lang="en-US"/>
        </a:p>
      </dgm:t>
    </dgm:pt>
    <dgm:pt modelId="{9FAFA709-4B9F-4928-9C86-CB529E74DE20}">
      <dgm:prSet/>
      <dgm:spPr/>
      <dgm:t>
        <a:bodyPr/>
        <a:lstStyle/>
        <a:p>
          <a:r>
            <a:rPr lang="en-GB"/>
            <a:t>Based on network connectivity rather than matrix factorization</a:t>
          </a:r>
          <a:endParaRPr lang="en-US"/>
        </a:p>
      </dgm:t>
    </dgm:pt>
    <dgm:pt modelId="{36C367E4-42A3-4DCE-95A4-77DE6B857520}" type="parTrans" cxnId="{6A8B6B3D-C163-4DA6-A6BF-7407C838C046}">
      <dgm:prSet/>
      <dgm:spPr/>
      <dgm:t>
        <a:bodyPr/>
        <a:lstStyle/>
        <a:p>
          <a:endParaRPr lang="en-US"/>
        </a:p>
      </dgm:t>
    </dgm:pt>
    <dgm:pt modelId="{070A08AE-7783-4D43-BD94-653CE41212F5}" type="sibTrans" cxnId="{6A8B6B3D-C163-4DA6-A6BF-7407C838C046}">
      <dgm:prSet/>
      <dgm:spPr/>
      <dgm:t>
        <a:bodyPr/>
        <a:lstStyle/>
        <a:p>
          <a:endParaRPr lang="en-US"/>
        </a:p>
      </dgm:t>
    </dgm:pt>
    <dgm:pt modelId="{FE80BDC8-ACA9-47E3-B779-526770B0075D}">
      <dgm:prSet/>
      <dgm:spPr/>
      <dgm:t>
        <a:bodyPr/>
        <a:lstStyle/>
        <a:p>
          <a:r>
            <a:rPr lang="en-GB"/>
            <a:t>Tests whether subtype structure emerges with a different methodology</a:t>
          </a:r>
          <a:endParaRPr lang="en-US"/>
        </a:p>
      </dgm:t>
    </dgm:pt>
    <dgm:pt modelId="{646EB3D1-186B-4062-B322-72188D39CD69}" type="parTrans" cxnId="{E36B81AA-9EFB-442C-9206-EBBC931E934B}">
      <dgm:prSet/>
      <dgm:spPr/>
      <dgm:t>
        <a:bodyPr/>
        <a:lstStyle/>
        <a:p>
          <a:endParaRPr lang="en-US"/>
        </a:p>
      </dgm:t>
    </dgm:pt>
    <dgm:pt modelId="{B22BE596-488D-46F7-A8DC-28908097EA7E}" type="sibTrans" cxnId="{E36B81AA-9EFB-442C-9206-EBBC931E934B}">
      <dgm:prSet/>
      <dgm:spPr/>
      <dgm:t>
        <a:bodyPr/>
        <a:lstStyle/>
        <a:p>
          <a:endParaRPr lang="en-US"/>
        </a:p>
      </dgm:t>
    </dgm:pt>
    <dgm:pt modelId="{01EA06CD-BB3F-4124-9B53-2D253C25AA1D}" type="pres">
      <dgm:prSet presAssocID="{525B7C0F-A3BE-4A7C-9713-B0A61FBEC87E}" presName="linear" presStyleCnt="0">
        <dgm:presLayoutVars>
          <dgm:animLvl val="lvl"/>
          <dgm:resizeHandles val="exact"/>
        </dgm:presLayoutVars>
      </dgm:prSet>
      <dgm:spPr/>
    </dgm:pt>
    <dgm:pt modelId="{5148A141-9D17-41A6-B66C-2F6294F88876}" type="pres">
      <dgm:prSet presAssocID="{F7F67699-097F-473D-849C-71F9BECD9D99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6EA60E1-1E36-47B2-914A-10CE4D1803DF}" type="pres">
      <dgm:prSet presAssocID="{18354370-AD75-4C59-BBD5-03A720243027}" presName="spacer" presStyleCnt="0"/>
      <dgm:spPr/>
    </dgm:pt>
    <dgm:pt modelId="{CB173CE9-3CA3-410B-BABF-2C1D40A00E13}" type="pres">
      <dgm:prSet presAssocID="{3A812F3F-CC4E-4FDA-9BF4-BE021703118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83C28F5-5804-497F-9CC5-FB00B8C7489C}" type="pres">
      <dgm:prSet presAssocID="{6347B553-E534-4998-A3DA-5825D9540A3E}" presName="spacer" presStyleCnt="0"/>
      <dgm:spPr/>
    </dgm:pt>
    <dgm:pt modelId="{3EDC9EA3-AA16-4630-9FE5-0069806BB5DC}" type="pres">
      <dgm:prSet presAssocID="{43A84E9A-9574-463B-8BEA-FB9A3E67AB3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9DFFE62-F8DD-4A73-BC81-EBE0A6503036}" type="pres">
      <dgm:prSet presAssocID="{462DAC20-6F28-4871-B871-F60BC4B2E654}" presName="spacer" presStyleCnt="0"/>
      <dgm:spPr/>
    </dgm:pt>
    <dgm:pt modelId="{33E2AD0D-AF28-497D-A2E9-2920F6A3717F}" type="pres">
      <dgm:prSet presAssocID="{8E5C3493-7EB8-4CDB-B7B4-0BB56057D27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B78B507C-AAA2-4B23-8F66-79D92C709FE7}" type="pres">
      <dgm:prSet presAssocID="{633C43A4-060C-4753-8C98-7D7442A1456D}" presName="spacer" presStyleCnt="0"/>
      <dgm:spPr/>
    </dgm:pt>
    <dgm:pt modelId="{3F87E5F6-FD2C-4BB5-9A8F-1384AB509833}" type="pres">
      <dgm:prSet presAssocID="{127130D6-17A7-492F-AFED-2C951E91118A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8E375B5-DAEE-40DA-94B0-DAFD6F54725D}" type="pres">
      <dgm:prSet presAssocID="{D71C2DD3-90E3-482B-8AD7-EF7AB556B0D9}" presName="spacer" presStyleCnt="0"/>
      <dgm:spPr/>
    </dgm:pt>
    <dgm:pt modelId="{EBF38E15-27CD-490C-A775-8652D54DCC37}" type="pres">
      <dgm:prSet presAssocID="{3F2AFBC5-6D34-4E7A-9F40-C34B5718B9F9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2F6DAC3-C2DD-4308-AE45-B3A65BF7F265}" type="pres">
      <dgm:prSet presAssocID="{EE1FA1A3-0EB9-4415-943A-614B084A7A5E}" presName="spacer" presStyleCnt="0"/>
      <dgm:spPr/>
    </dgm:pt>
    <dgm:pt modelId="{5FB2E3A2-C792-4AFA-95AD-CBE40F90B0A9}" type="pres">
      <dgm:prSet presAssocID="{9FAFA709-4B9F-4928-9C86-CB529E74DE2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3A75448C-1FE9-487F-B072-CEF471109212}" type="pres">
      <dgm:prSet presAssocID="{070A08AE-7783-4D43-BD94-653CE41212F5}" presName="spacer" presStyleCnt="0"/>
      <dgm:spPr/>
    </dgm:pt>
    <dgm:pt modelId="{C29CB425-59E4-4B39-8E63-857F3A3A6EBF}" type="pres">
      <dgm:prSet presAssocID="{FE80BDC8-ACA9-47E3-B779-526770B0075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C7776C25-E3F9-41FE-B3AD-C14577DAE1E2}" srcId="{525B7C0F-A3BE-4A7C-9713-B0A61FBEC87E}" destId="{8E5C3493-7EB8-4CDB-B7B4-0BB56057D275}" srcOrd="3" destOrd="0" parTransId="{C3EA7416-9028-4D48-AF64-D8A92B56B9F5}" sibTransId="{633C43A4-060C-4753-8C98-7D7442A1456D}"/>
    <dgm:cxn modelId="{A523C33C-E638-47E9-8E95-D2BBCE48635A}" type="presOf" srcId="{3A812F3F-CC4E-4FDA-9BF4-BE021703118B}" destId="{CB173CE9-3CA3-410B-BABF-2C1D40A00E13}" srcOrd="0" destOrd="0" presId="urn:microsoft.com/office/officeart/2005/8/layout/vList2"/>
    <dgm:cxn modelId="{6A8B6B3D-C163-4DA6-A6BF-7407C838C046}" srcId="{525B7C0F-A3BE-4A7C-9713-B0A61FBEC87E}" destId="{9FAFA709-4B9F-4928-9C86-CB529E74DE20}" srcOrd="6" destOrd="0" parTransId="{36C367E4-42A3-4DCE-95A4-77DE6B857520}" sibTransId="{070A08AE-7783-4D43-BD94-653CE41212F5}"/>
    <dgm:cxn modelId="{AB4F7E5C-39D9-4DFF-A222-DA0F54ABB2E2}" srcId="{525B7C0F-A3BE-4A7C-9713-B0A61FBEC87E}" destId="{127130D6-17A7-492F-AFED-2C951E91118A}" srcOrd="4" destOrd="0" parTransId="{597F1FFF-6482-49B8-A06F-5B125AEA7C11}" sibTransId="{D71C2DD3-90E3-482B-8AD7-EF7AB556B0D9}"/>
    <dgm:cxn modelId="{0DDE6064-D19A-427E-BCA1-C0AED79ED96F}" srcId="{525B7C0F-A3BE-4A7C-9713-B0A61FBEC87E}" destId="{F7F67699-097F-473D-849C-71F9BECD9D99}" srcOrd="0" destOrd="0" parTransId="{4081EA47-60B3-4E7A-8EA6-AAB2D4512817}" sibTransId="{18354370-AD75-4C59-BBD5-03A720243027}"/>
    <dgm:cxn modelId="{6AFDA768-2364-4ACF-A741-A5FA77B7DA2E}" type="presOf" srcId="{525B7C0F-A3BE-4A7C-9713-B0A61FBEC87E}" destId="{01EA06CD-BB3F-4124-9B53-2D253C25AA1D}" srcOrd="0" destOrd="0" presId="urn:microsoft.com/office/officeart/2005/8/layout/vList2"/>
    <dgm:cxn modelId="{9AE0596B-D38F-4C0C-956E-EEA2513D4BFD}" type="presOf" srcId="{8E5C3493-7EB8-4CDB-B7B4-0BB56057D275}" destId="{33E2AD0D-AF28-497D-A2E9-2920F6A3717F}" srcOrd="0" destOrd="0" presId="urn:microsoft.com/office/officeart/2005/8/layout/vList2"/>
    <dgm:cxn modelId="{4A1E436F-6F6A-43E2-A98A-27E3927CD5AC}" type="presOf" srcId="{3F2AFBC5-6D34-4E7A-9F40-C34B5718B9F9}" destId="{EBF38E15-27CD-490C-A775-8652D54DCC37}" srcOrd="0" destOrd="0" presId="urn:microsoft.com/office/officeart/2005/8/layout/vList2"/>
    <dgm:cxn modelId="{96704E55-3ED6-4A8F-8741-5F47344468CE}" type="presOf" srcId="{FE80BDC8-ACA9-47E3-B779-526770B0075D}" destId="{C29CB425-59E4-4B39-8E63-857F3A3A6EBF}" srcOrd="0" destOrd="0" presId="urn:microsoft.com/office/officeart/2005/8/layout/vList2"/>
    <dgm:cxn modelId="{C0466781-50F6-42E2-9BA2-D6CFC05FF53F}" type="presOf" srcId="{F7F67699-097F-473D-849C-71F9BECD9D99}" destId="{5148A141-9D17-41A6-B66C-2F6294F88876}" srcOrd="0" destOrd="0" presId="urn:microsoft.com/office/officeart/2005/8/layout/vList2"/>
    <dgm:cxn modelId="{E36B81AA-9EFB-442C-9206-EBBC931E934B}" srcId="{525B7C0F-A3BE-4A7C-9713-B0A61FBEC87E}" destId="{FE80BDC8-ACA9-47E3-B779-526770B0075D}" srcOrd="7" destOrd="0" parTransId="{646EB3D1-186B-4062-B322-72188D39CD69}" sibTransId="{B22BE596-488D-46F7-A8DC-28908097EA7E}"/>
    <dgm:cxn modelId="{D0534DBE-06DE-449D-8D93-93A37DD3B215}" srcId="{525B7C0F-A3BE-4A7C-9713-B0A61FBEC87E}" destId="{3A812F3F-CC4E-4FDA-9BF4-BE021703118B}" srcOrd="1" destOrd="0" parTransId="{10874275-D8E3-40BC-9738-A7EB4B154737}" sibTransId="{6347B553-E534-4998-A3DA-5825D9540A3E}"/>
    <dgm:cxn modelId="{2A210BCB-6610-4CD1-B5DD-7EA433759C4E}" srcId="{525B7C0F-A3BE-4A7C-9713-B0A61FBEC87E}" destId="{3F2AFBC5-6D34-4E7A-9F40-C34B5718B9F9}" srcOrd="5" destOrd="0" parTransId="{762747D5-5012-453A-B252-19ECDC278A64}" sibTransId="{EE1FA1A3-0EB9-4415-943A-614B084A7A5E}"/>
    <dgm:cxn modelId="{61DC12E5-A147-45E9-B1D7-8BB0AD0AE783}" type="presOf" srcId="{43A84E9A-9574-463B-8BEA-FB9A3E67AB36}" destId="{3EDC9EA3-AA16-4630-9FE5-0069806BB5DC}" srcOrd="0" destOrd="0" presId="urn:microsoft.com/office/officeart/2005/8/layout/vList2"/>
    <dgm:cxn modelId="{62D1A8E5-3F74-4CAB-A95D-9821C6C9D7B0}" type="presOf" srcId="{127130D6-17A7-492F-AFED-2C951E91118A}" destId="{3F87E5F6-FD2C-4BB5-9A8F-1384AB509833}" srcOrd="0" destOrd="0" presId="urn:microsoft.com/office/officeart/2005/8/layout/vList2"/>
    <dgm:cxn modelId="{4065BFE5-ED62-4890-87F2-F93E629DC73C}" srcId="{525B7C0F-A3BE-4A7C-9713-B0A61FBEC87E}" destId="{43A84E9A-9574-463B-8BEA-FB9A3E67AB36}" srcOrd="2" destOrd="0" parTransId="{C4BC7C0E-A52D-42BE-9E6E-2110B67DCF27}" sibTransId="{462DAC20-6F28-4871-B871-F60BC4B2E654}"/>
    <dgm:cxn modelId="{5E12FCFA-24D6-4755-9FF1-9E62A2027C62}" type="presOf" srcId="{9FAFA709-4B9F-4928-9C86-CB529E74DE20}" destId="{5FB2E3A2-C792-4AFA-95AD-CBE40F90B0A9}" srcOrd="0" destOrd="0" presId="urn:microsoft.com/office/officeart/2005/8/layout/vList2"/>
    <dgm:cxn modelId="{0F8D0E67-8BE7-45F5-A13E-2C1AA7154A05}" type="presParOf" srcId="{01EA06CD-BB3F-4124-9B53-2D253C25AA1D}" destId="{5148A141-9D17-41A6-B66C-2F6294F88876}" srcOrd="0" destOrd="0" presId="urn:microsoft.com/office/officeart/2005/8/layout/vList2"/>
    <dgm:cxn modelId="{3D70B53F-4493-4458-80C8-9EEDB2E6CCDB}" type="presParOf" srcId="{01EA06CD-BB3F-4124-9B53-2D253C25AA1D}" destId="{36EA60E1-1E36-47B2-914A-10CE4D1803DF}" srcOrd="1" destOrd="0" presId="urn:microsoft.com/office/officeart/2005/8/layout/vList2"/>
    <dgm:cxn modelId="{81BCB9B6-32CB-4A3A-895D-29A8FB72E88B}" type="presParOf" srcId="{01EA06CD-BB3F-4124-9B53-2D253C25AA1D}" destId="{CB173CE9-3CA3-410B-BABF-2C1D40A00E13}" srcOrd="2" destOrd="0" presId="urn:microsoft.com/office/officeart/2005/8/layout/vList2"/>
    <dgm:cxn modelId="{C52E4B8E-DEF3-4811-8A7A-1C72C967900E}" type="presParOf" srcId="{01EA06CD-BB3F-4124-9B53-2D253C25AA1D}" destId="{583C28F5-5804-497F-9CC5-FB00B8C7489C}" srcOrd="3" destOrd="0" presId="urn:microsoft.com/office/officeart/2005/8/layout/vList2"/>
    <dgm:cxn modelId="{2E992B2D-0B10-40BB-BD86-65BB7BAEEF5B}" type="presParOf" srcId="{01EA06CD-BB3F-4124-9B53-2D253C25AA1D}" destId="{3EDC9EA3-AA16-4630-9FE5-0069806BB5DC}" srcOrd="4" destOrd="0" presId="urn:microsoft.com/office/officeart/2005/8/layout/vList2"/>
    <dgm:cxn modelId="{79A7F437-F35F-4B87-8F9C-46E0480241C8}" type="presParOf" srcId="{01EA06CD-BB3F-4124-9B53-2D253C25AA1D}" destId="{29DFFE62-F8DD-4A73-BC81-EBE0A6503036}" srcOrd="5" destOrd="0" presId="urn:microsoft.com/office/officeart/2005/8/layout/vList2"/>
    <dgm:cxn modelId="{084105DB-BD7B-4386-BB4F-8D3DA224A4D3}" type="presParOf" srcId="{01EA06CD-BB3F-4124-9B53-2D253C25AA1D}" destId="{33E2AD0D-AF28-497D-A2E9-2920F6A3717F}" srcOrd="6" destOrd="0" presId="urn:microsoft.com/office/officeart/2005/8/layout/vList2"/>
    <dgm:cxn modelId="{DE1B3616-5F48-4C3C-AC66-359B35FCE9D3}" type="presParOf" srcId="{01EA06CD-BB3F-4124-9B53-2D253C25AA1D}" destId="{B78B507C-AAA2-4B23-8F66-79D92C709FE7}" srcOrd="7" destOrd="0" presId="urn:microsoft.com/office/officeart/2005/8/layout/vList2"/>
    <dgm:cxn modelId="{F4C2F0AE-E11E-4CF0-BCB2-EFFDADA30ED3}" type="presParOf" srcId="{01EA06CD-BB3F-4124-9B53-2D253C25AA1D}" destId="{3F87E5F6-FD2C-4BB5-9A8F-1384AB509833}" srcOrd="8" destOrd="0" presId="urn:microsoft.com/office/officeart/2005/8/layout/vList2"/>
    <dgm:cxn modelId="{5A71335F-4FBA-45FD-ADBC-AD0317E6032F}" type="presParOf" srcId="{01EA06CD-BB3F-4124-9B53-2D253C25AA1D}" destId="{C8E375B5-DAEE-40DA-94B0-DAFD6F54725D}" srcOrd="9" destOrd="0" presId="urn:microsoft.com/office/officeart/2005/8/layout/vList2"/>
    <dgm:cxn modelId="{420CBAD3-198A-4BDD-A061-F239E17632F8}" type="presParOf" srcId="{01EA06CD-BB3F-4124-9B53-2D253C25AA1D}" destId="{EBF38E15-27CD-490C-A775-8652D54DCC37}" srcOrd="10" destOrd="0" presId="urn:microsoft.com/office/officeart/2005/8/layout/vList2"/>
    <dgm:cxn modelId="{280E611F-9E8B-447C-938B-38539EA5B114}" type="presParOf" srcId="{01EA06CD-BB3F-4124-9B53-2D253C25AA1D}" destId="{F2F6DAC3-C2DD-4308-AE45-B3A65BF7F265}" srcOrd="11" destOrd="0" presId="urn:microsoft.com/office/officeart/2005/8/layout/vList2"/>
    <dgm:cxn modelId="{B3713DF4-444C-4463-B751-D59E32682EB5}" type="presParOf" srcId="{01EA06CD-BB3F-4124-9B53-2D253C25AA1D}" destId="{5FB2E3A2-C792-4AFA-95AD-CBE40F90B0A9}" srcOrd="12" destOrd="0" presId="urn:microsoft.com/office/officeart/2005/8/layout/vList2"/>
    <dgm:cxn modelId="{C3D7F4A3-DE60-4976-9084-8C02B7025849}" type="presParOf" srcId="{01EA06CD-BB3F-4124-9B53-2D253C25AA1D}" destId="{3A75448C-1FE9-487F-B072-CEF471109212}" srcOrd="13" destOrd="0" presId="urn:microsoft.com/office/officeart/2005/8/layout/vList2"/>
    <dgm:cxn modelId="{116A5033-D0DA-44F7-8F16-026BA0B48DB0}" type="presParOf" srcId="{01EA06CD-BB3F-4124-9B53-2D253C25AA1D}" destId="{C29CB425-59E4-4B39-8E63-857F3A3A6EB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8AA333-944F-4D4D-9D9D-3B919E997AE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0F8A83E-9C25-4AF4-8D24-84DE958478A0}">
      <dgm:prSet/>
      <dgm:spPr/>
      <dgm:t>
        <a:bodyPr/>
        <a:lstStyle/>
        <a:p>
          <a:r>
            <a:rPr lang="en-GB"/>
            <a:t>Train model using NMF-derived subtype labels</a:t>
          </a:r>
          <a:endParaRPr lang="en-US"/>
        </a:p>
      </dgm:t>
    </dgm:pt>
    <dgm:pt modelId="{088676A5-EF30-4985-B8A4-33D016CCAD1D}" type="parTrans" cxnId="{12CF7316-B344-4909-BB46-DF837644C880}">
      <dgm:prSet/>
      <dgm:spPr/>
      <dgm:t>
        <a:bodyPr/>
        <a:lstStyle/>
        <a:p>
          <a:endParaRPr lang="en-US"/>
        </a:p>
      </dgm:t>
    </dgm:pt>
    <dgm:pt modelId="{107DE4B7-863A-45E6-956F-B23F09CA57C6}" type="sibTrans" cxnId="{12CF7316-B344-4909-BB46-DF837644C880}">
      <dgm:prSet/>
      <dgm:spPr/>
      <dgm:t>
        <a:bodyPr/>
        <a:lstStyle/>
        <a:p>
          <a:endParaRPr lang="en-US"/>
        </a:p>
      </dgm:t>
    </dgm:pt>
    <dgm:pt modelId="{F1E1148B-061F-49F8-9782-17C1B68D42A6}">
      <dgm:prSet/>
      <dgm:spPr/>
      <dgm:t>
        <a:bodyPr/>
        <a:lstStyle/>
        <a:p>
          <a:r>
            <a:rPr lang="en-GB"/>
            <a:t>Apply to independent cohorts</a:t>
          </a:r>
          <a:endParaRPr lang="en-US"/>
        </a:p>
      </dgm:t>
    </dgm:pt>
    <dgm:pt modelId="{DCC6C053-64AF-43E3-9577-AD20CB16BDAC}" type="parTrans" cxnId="{B4792913-DF3D-4B22-B13F-26C51B75FD79}">
      <dgm:prSet/>
      <dgm:spPr/>
      <dgm:t>
        <a:bodyPr/>
        <a:lstStyle/>
        <a:p>
          <a:endParaRPr lang="en-US"/>
        </a:p>
      </dgm:t>
    </dgm:pt>
    <dgm:pt modelId="{F96579B5-7902-4F54-8327-176654954EDF}" type="sibTrans" cxnId="{B4792913-DF3D-4B22-B13F-26C51B75FD79}">
      <dgm:prSet/>
      <dgm:spPr/>
      <dgm:t>
        <a:bodyPr/>
        <a:lstStyle/>
        <a:p>
          <a:endParaRPr lang="en-US"/>
        </a:p>
      </dgm:t>
    </dgm:pt>
    <dgm:pt modelId="{F5ABC805-B0D4-4D06-BBA7-6071BA8FBF32}">
      <dgm:prSet/>
      <dgm:spPr/>
      <dgm:t>
        <a:bodyPr/>
        <a:lstStyle/>
        <a:p>
          <a:r>
            <a:rPr lang="en-GB" dirty="0"/>
            <a:t>Assess generalizability and reproducibility</a:t>
          </a:r>
          <a:endParaRPr lang="en-US" dirty="0"/>
        </a:p>
      </dgm:t>
    </dgm:pt>
    <dgm:pt modelId="{869B8A73-9966-4905-BCA9-5F110013E012}" type="parTrans" cxnId="{C3723FDE-4B8C-40FE-BC55-9E47806A15D6}">
      <dgm:prSet/>
      <dgm:spPr/>
      <dgm:t>
        <a:bodyPr/>
        <a:lstStyle/>
        <a:p>
          <a:endParaRPr lang="en-US"/>
        </a:p>
      </dgm:t>
    </dgm:pt>
    <dgm:pt modelId="{F2203A51-5B6E-442A-B03C-709FC7C38A33}" type="sibTrans" cxnId="{C3723FDE-4B8C-40FE-BC55-9E47806A15D6}">
      <dgm:prSet/>
      <dgm:spPr/>
      <dgm:t>
        <a:bodyPr/>
        <a:lstStyle/>
        <a:p>
          <a:endParaRPr lang="en-US"/>
        </a:p>
      </dgm:t>
    </dgm:pt>
    <dgm:pt modelId="{71F590B2-ADE6-4B12-8106-AE4B37A47BCD}" type="pres">
      <dgm:prSet presAssocID="{AB8AA333-944F-4D4D-9D9D-3B919E997A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15F25C9-0807-4D9D-852E-F28EAE398BDC}" type="pres">
      <dgm:prSet presAssocID="{E0F8A83E-9C25-4AF4-8D24-84DE958478A0}" presName="hierRoot1" presStyleCnt="0"/>
      <dgm:spPr/>
    </dgm:pt>
    <dgm:pt modelId="{0D145604-4A32-49A5-AC1D-DFEF0ACBED8E}" type="pres">
      <dgm:prSet presAssocID="{E0F8A83E-9C25-4AF4-8D24-84DE958478A0}" presName="composite" presStyleCnt="0"/>
      <dgm:spPr/>
    </dgm:pt>
    <dgm:pt modelId="{13784A1A-07A0-4E82-96C7-0B150AFB3FAD}" type="pres">
      <dgm:prSet presAssocID="{E0F8A83E-9C25-4AF4-8D24-84DE958478A0}" presName="background" presStyleLbl="node0" presStyleIdx="0" presStyleCnt="3"/>
      <dgm:spPr>
        <a:solidFill>
          <a:srgbClr val="734B67"/>
        </a:solidFill>
      </dgm:spPr>
    </dgm:pt>
    <dgm:pt modelId="{527BB08C-B909-483D-9F28-A491B5E0F9DB}" type="pres">
      <dgm:prSet presAssocID="{E0F8A83E-9C25-4AF4-8D24-84DE958478A0}" presName="text" presStyleLbl="fgAcc0" presStyleIdx="0" presStyleCnt="3">
        <dgm:presLayoutVars>
          <dgm:chPref val="3"/>
        </dgm:presLayoutVars>
      </dgm:prSet>
      <dgm:spPr/>
    </dgm:pt>
    <dgm:pt modelId="{2C4D22D7-1F25-4F97-B78F-6B117ED792E2}" type="pres">
      <dgm:prSet presAssocID="{E0F8A83E-9C25-4AF4-8D24-84DE958478A0}" presName="hierChild2" presStyleCnt="0"/>
      <dgm:spPr/>
    </dgm:pt>
    <dgm:pt modelId="{5E67030D-7916-4363-BB7E-7CC57CAE4880}" type="pres">
      <dgm:prSet presAssocID="{F1E1148B-061F-49F8-9782-17C1B68D42A6}" presName="hierRoot1" presStyleCnt="0"/>
      <dgm:spPr/>
    </dgm:pt>
    <dgm:pt modelId="{A2240FDA-714D-4E3E-A49B-1A80F80D9CB5}" type="pres">
      <dgm:prSet presAssocID="{F1E1148B-061F-49F8-9782-17C1B68D42A6}" presName="composite" presStyleCnt="0"/>
      <dgm:spPr/>
    </dgm:pt>
    <dgm:pt modelId="{63D97402-697B-408C-B50D-03FCE853D16D}" type="pres">
      <dgm:prSet presAssocID="{F1E1148B-061F-49F8-9782-17C1B68D42A6}" presName="background" presStyleLbl="node0" presStyleIdx="1" presStyleCnt="3"/>
      <dgm:spPr>
        <a:solidFill>
          <a:srgbClr val="734B67"/>
        </a:solidFill>
      </dgm:spPr>
    </dgm:pt>
    <dgm:pt modelId="{023BE45C-F752-45B0-9D4E-35C609EC2742}" type="pres">
      <dgm:prSet presAssocID="{F1E1148B-061F-49F8-9782-17C1B68D42A6}" presName="text" presStyleLbl="fgAcc0" presStyleIdx="1" presStyleCnt="3">
        <dgm:presLayoutVars>
          <dgm:chPref val="3"/>
        </dgm:presLayoutVars>
      </dgm:prSet>
      <dgm:spPr/>
    </dgm:pt>
    <dgm:pt modelId="{B1E95B89-8E1A-4D2C-BC14-FD5CD77CD20E}" type="pres">
      <dgm:prSet presAssocID="{F1E1148B-061F-49F8-9782-17C1B68D42A6}" presName="hierChild2" presStyleCnt="0"/>
      <dgm:spPr/>
    </dgm:pt>
    <dgm:pt modelId="{E5D94CF1-DEE0-4978-9768-165C9577C2FB}" type="pres">
      <dgm:prSet presAssocID="{F5ABC805-B0D4-4D06-BBA7-6071BA8FBF32}" presName="hierRoot1" presStyleCnt="0"/>
      <dgm:spPr/>
    </dgm:pt>
    <dgm:pt modelId="{500AA024-C7B8-494E-B928-AD2D7135C748}" type="pres">
      <dgm:prSet presAssocID="{F5ABC805-B0D4-4D06-BBA7-6071BA8FBF32}" presName="composite" presStyleCnt="0"/>
      <dgm:spPr/>
    </dgm:pt>
    <dgm:pt modelId="{0F3770A7-DC38-47B5-8E39-DD371AE9F02E}" type="pres">
      <dgm:prSet presAssocID="{F5ABC805-B0D4-4D06-BBA7-6071BA8FBF32}" presName="background" presStyleLbl="node0" presStyleIdx="2" presStyleCnt="3"/>
      <dgm:spPr>
        <a:solidFill>
          <a:srgbClr val="734B67"/>
        </a:solidFill>
      </dgm:spPr>
    </dgm:pt>
    <dgm:pt modelId="{66D75DEF-4DBF-461B-933C-40E43CF944D8}" type="pres">
      <dgm:prSet presAssocID="{F5ABC805-B0D4-4D06-BBA7-6071BA8FBF32}" presName="text" presStyleLbl="fgAcc0" presStyleIdx="2" presStyleCnt="3">
        <dgm:presLayoutVars>
          <dgm:chPref val="3"/>
        </dgm:presLayoutVars>
      </dgm:prSet>
      <dgm:spPr/>
    </dgm:pt>
    <dgm:pt modelId="{513CACC0-7FE7-4390-818A-3E77C95AE803}" type="pres">
      <dgm:prSet presAssocID="{F5ABC805-B0D4-4D06-BBA7-6071BA8FBF32}" presName="hierChild2" presStyleCnt="0"/>
      <dgm:spPr/>
    </dgm:pt>
  </dgm:ptLst>
  <dgm:cxnLst>
    <dgm:cxn modelId="{EEC0E60A-4532-491A-A829-1FEFB5AE2E76}" type="presOf" srcId="{F1E1148B-061F-49F8-9782-17C1B68D42A6}" destId="{023BE45C-F752-45B0-9D4E-35C609EC2742}" srcOrd="0" destOrd="0" presId="urn:microsoft.com/office/officeart/2005/8/layout/hierarchy1"/>
    <dgm:cxn modelId="{B4792913-DF3D-4B22-B13F-26C51B75FD79}" srcId="{AB8AA333-944F-4D4D-9D9D-3B919E997AE4}" destId="{F1E1148B-061F-49F8-9782-17C1B68D42A6}" srcOrd="1" destOrd="0" parTransId="{DCC6C053-64AF-43E3-9577-AD20CB16BDAC}" sibTransId="{F96579B5-7902-4F54-8327-176654954EDF}"/>
    <dgm:cxn modelId="{12CF7316-B344-4909-BB46-DF837644C880}" srcId="{AB8AA333-944F-4D4D-9D9D-3B919E997AE4}" destId="{E0F8A83E-9C25-4AF4-8D24-84DE958478A0}" srcOrd="0" destOrd="0" parTransId="{088676A5-EF30-4985-B8A4-33D016CCAD1D}" sibTransId="{107DE4B7-863A-45E6-956F-B23F09CA57C6}"/>
    <dgm:cxn modelId="{D90D956A-B5E0-4A45-A8CB-CEC85C5F6B4C}" type="presOf" srcId="{AB8AA333-944F-4D4D-9D9D-3B919E997AE4}" destId="{71F590B2-ADE6-4B12-8106-AE4B37A47BCD}" srcOrd="0" destOrd="0" presId="urn:microsoft.com/office/officeart/2005/8/layout/hierarchy1"/>
    <dgm:cxn modelId="{36D4139D-3D4C-43F7-9B0B-68D24BF1DAD3}" type="presOf" srcId="{E0F8A83E-9C25-4AF4-8D24-84DE958478A0}" destId="{527BB08C-B909-483D-9F28-A491B5E0F9DB}" srcOrd="0" destOrd="0" presId="urn:microsoft.com/office/officeart/2005/8/layout/hierarchy1"/>
    <dgm:cxn modelId="{AFC0CAAC-AED4-402A-BF94-CB237DB02332}" type="presOf" srcId="{F5ABC805-B0D4-4D06-BBA7-6071BA8FBF32}" destId="{66D75DEF-4DBF-461B-933C-40E43CF944D8}" srcOrd="0" destOrd="0" presId="urn:microsoft.com/office/officeart/2005/8/layout/hierarchy1"/>
    <dgm:cxn modelId="{C3723FDE-4B8C-40FE-BC55-9E47806A15D6}" srcId="{AB8AA333-944F-4D4D-9D9D-3B919E997AE4}" destId="{F5ABC805-B0D4-4D06-BBA7-6071BA8FBF32}" srcOrd="2" destOrd="0" parTransId="{869B8A73-9966-4905-BCA9-5F110013E012}" sibTransId="{F2203A51-5B6E-442A-B03C-709FC7C38A33}"/>
    <dgm:cxn modelId="{286BFF93-BF82-4AB5-ACC7-C3656557B656}" type="presParOf" srcId="{71F590B2-ADE6-4B12-8106-AE4B37A47BCD}" destId="{315F25C9-0807-4D9D-852E-F28EAE398BDC}" srcOrd="0" destOrd="0" presId="urn:microsoft.com/office/officeart/2005/8/layout/hierarchy1"/>
    <dgm:cxn modelId="{AD8772DE-6FCA-46A4-94C0-7AED6B172E44}" type="presParOf" srcId="{315F25C9-0807-4D9D-852E-F28EAE398BDC}" destId="{0D145604-4A32-49A5-AC1D-DFEF0ACBED8E}" srcOrd="0" destOrd="0" presId="urn:microsoft.com/office/officeart/2005/8/layout/hierarchy1"/>
    <dgm:cxn modelId="{50160D74-7F9B-43BF-B674-D169A8543D67}" type="presParOf" srcId="{0D145604-4A32-49A5-AC1D-DFEF0ACBED8E}" destId="{13784A1A-07A0-4E82-96C7-0B150AFB3FAD}" srcOrd="0" destOrd="0" presId="urn:microsoft.com/office/officeart/2005/8/layout/hierarchy1"/>
    <dgm:cxn modelId="{A18B32DF-3A74-49CA-8522-41C6361FA94C}" type="presParOf" srcId="{0D145604-4A32-49A5-AC1D-DFEF0ACBED8E}" destId="{527BB08C-B909-483D-9F28-A491B5E0F9DB}" srcOrd="1" destOrd="0" presId="urn:microsoft.com/office/officeart/2005/8/layout/hierarchy1"/>
    <dgm:cxn modelId="{0A0E8220-2F6D-4B1C-9351-B15BEC62F187}" type="presParOf" srcId="{315F25C9-0807-4D9D-852E-F28EAE398BDC}" destId="{2C4D22D7-1F25-4F97-B78F-6B117ED792E2}" srcOrd="1" destOrd="0" presId="urn:microsoft.com/office/officeart/2005/8/layout/hierarchy1"/>
    <dgm:cxn modelId="{D3924D91-A0EF-47A1-9368-F1111083B433}" type="presParOf" srcId="{71F590B2-ADE6-4B12-8106-AE4B37A47BCD}" destId="{5E67030D-7916-4363-BB7E-7CC57CAE4880}" srcOrd="1" destOrd="0" presId="urn:microsoft.com/office/officeart/2005/8/layout/hierarchy1"/>
    <dgm:cxn modelId="{AE1093BF-4478-4D0B-9E07-83276E94856F}" type="presParOf" srcId="{5E67030D-7916-4363-BB7E-7CC57CAE4880}" destId="{A2240FDA-714D-4E3E-A49B-1A80F80D9CB5}" srcOrd="0" destOrd="0" presId="urn:microsoft.com/office/officeart/2005/8/layout/hierarchy1"/>
    <dgm:cxn modelId="{1B75977A-967F-4B6D-95A1-AF2C73FE728B}" type="presParOf" srcId="{A2240FDA-714D-4E3E-A49B-1A80F80D9CB5}" destId="{63D97402-697B-408C-B50D-03FCE853D16D}" srcOrd="0" destOrd="0" presId="urn:microsoft.com/office/officeart/2005/8/layout/hierarchy1"/>
    <dgm:cxn modelId="{761A3D8A-1531-4C4A-A02B-3582AF789E0A}" type="presParOf" srcId="{A2240FDA-714D-4E3E-A49B-1A80F80D9CB5}" destId="{023BE45C-F752-45B0-9D4E-35C609EC2742}" srcOrd="1" destOrd="0" presId="urn:microsoft.com/office/officeart/2005/8/layout/hierarchy1"/>
    <dgm:cxn modelId="{F81709D5-45E3-45E3-8F2C-765062D3D7BD}" type="presParOf" srcId="{5E67030D-7916-4363-BB7E-7CC57CAE4880}" destId="{B1E95B89-8E1A-4D2C-BC14-FD5CD77CD20E}" srcOrd="1" destOrd="0" presId="urn:microsoft.com/office/officeart/2005/8/layout/hierarchy1"/>
    <dgm:cxn modelId="{12560826-3B6B-474D-93A2-5338192BD80E}" type="presParOf" srcId="{71F590B2-ADE6-4B12-8106-AE4B37A47BCD}" destId="{E5D94CF1-DEE0-4978-9768-165C9577C2FB}" srcOrd="2" destOrd="0" presId="urn:microsoft.com/office/officeart/2005/8/layout/hierarchy1"/>
    <dgm:cxn modelId="{4E76EDCC-D106-4A79-BFF6-1821540BC25A}" type="presParOf" srcId="{E5D94CF1-DEE0-4978-9768-165C9577C2FB}" destId="{500AA024-C7B8-494E-B928-AD2D7135C748}" srcOrd="0" destOrd="0" presId="urn:microsoft.com/office/officeart/2005/8/layout/hierarchy1"/>
    <dgm:cxn modelId="{54312DEC-8A43-4F26-A85A-EE4B5A7D5887}" type="presParOf" srcId="{500AA024-C7B8-494E-B928-AD2D7135C748}" destId="{0F3770A7-DC38-47B5-8E39-DD371AE9F02E}" srcOrd="0" destOrd="0" presId="urn:microsoft.com/office/officeart/2005/8/layout/hierarchy1"/>
    <dgm:cxn modelId="{2679E770-A866-4C43-A73D-24263FBE4CA7}" type="presParOf" srcId="{500AA024-C7B8-494E-B928-AD2D7135C748}" destId="{66D75DEF-4DBF-461B-933C-40E43CF944D8}" srcOrd="1" destOrd="0" presId="urn:microsoft.com/office/officeart/2005/8/layout/hierarchy1"/>
    <dgm:cxn modelId="{2BDF24EA-65F0-4035-8D5C-CDA80E1B9F9A}" type="presParOf" srcId="{E5D94CF1-DEE0-4978-9768-165C9577C2FB}" destId="{513CACC0-7FE7-4390-818A-3E77C95AE8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8AA333-944F-4D4D-9D9D-3B919E997AE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F8A83E-9C25-4AF4-8D24-84DE958478A0}">
      <dgm:prSet/>
      <dgm:spPr/>
      <dgm:t>
        <a:bodyPr/>
        <a:lstStyle/>
        <a:p>
          <a:r>
            <a:rPr lang="en-GB" dirty="0"/>
            <a:t>Identify most discriminative proteins</a:t>
          </a:r>
          <a:endParaRPr lang="en-US" dirty="0"/>
        </a:p>
      </dgm:t>
    </dgm:pt>
    <dgm:pt modelId="{088676A5-EF30-4985-B8A4-33D016CCAD1D}" type="parTrans" cxnId="{12CF7316-B344-4909-BB46-DF837644C880}">
      <dgm:prSet/>
      <dgm:spPr/>
      <dgm:t>
        <a:bodyPr/>
        <a:lstStyle/>
        <a:p>
          <a:endParaRPr lang="en-US"/>
        </a:p>
      </dgm:t>
    </dgm:pt>
    <dgm:pt modelId="{107DE4B7-863A-45E6-956F-B23F09CA57C6}" type="sibTrans" cxnId="{12CF7316-B344-4909-BB46-DF837644C880}">
      <dgm:prSet/>
      <dgm:spPr/>
      <dgm:t>
        <a:bodyPr/>
        <a:lstStyle/>
        <a:p>
          <a:endParaRPr lang="en-US"/>
        </a:p>
      </dgm:t>
    </dgm:pt>
    <dgm:pt modelId="{F1E1148B-061F-49F8-9782-17C1B68D42A6}">
      <dgm:prSet/>
      <dgm:spPr/>
      <dgm:t>
        <a:bodyPr/>
        <a:lstStyle/>
        <a:p>
          <a:r>
            <a:rPr lang="en-GB" dirty="0"/>
            <a:t>Derive reduced protein signatures</a:t>
          </a:r>
          <a:endParaRPr lang="en-US" dirty="0"/>
        </a:p>
      </dgm:t>
    </dgm:pt>
    <dgm:pt modelId="{DCC6C053-64AF-43E3-9577-AD20CB16BDAC}" type="parTrans" cxnId="{B4792913-DF3D-4B22-B13F-26C51B75FD79}">
      <dgm:prSet/>
      <dgm:spPr/>
      <dgm:t>
        <a:bodyPr/>
        <a:lstStyle/>
        <a:p>
          <a:endParaRPr lang="en-US"/>
        </a:p>
      </dgm:t>
    </dgm:pt>
    <dgm:pt modelId="{F96579B5-7902-4F54-8327-176654954EDF}" type="sibTrans" cxnId="{B4792913-DF3D-4B22-B13F-26C51B75FD79}">
      <dgm:prSet/>
      <dgm:spPr/>
      <dgm:t>
        <a:bodyPr/>
        <a:lstStyle/>
        <a:p>
          <a:endParaRPr lang="en-US"/>
        </a:p>
      </dgm:t>
    </dgm:pt>
    <dgm:pt modelId="{F5ABC805-B0D4-4D06-BBA7-6071BA8FBF32}">
      <dgm:prSet/>
      <dgm:spPr/>
      <dgm:t>
        <a:bodyPr/>
        <a:lstStyle/>
        <a:p>
          <a:r>
            <a:rPr lang="en-GB" dirty="0"/>
            <a:t>Assess subtype separability</a:t>
          </a:r>
          <a:endParaRPr lang="en-US" dirty="0"/>
        </a:p>
      </dgm:t>
    </dgm:pt>
    <dgm:pt modelId="{869B8A73-9966-4905-BCA9-5F110013E012}" type="parTrans" cxnId="{C3723FDE-4B8C-40FE-BC55-9E47806A15D6}">
      <dgm:prSet/>
      <dgm:spPr/>
      <dgm:t>
        <a:bodyPr/>
        <a:lstStyle/>
        <a:p>
          <a:endParaRPr lang="en-US"/>
        </a:p>
      </dgm:t>
    </dgm:pt>
    <dgm:pt modelId="{F2203A51-5B6E-442A-B03C-709FC7C38A33}" type="sibTrans" cxnId="{C3723FDE-4B8C-40FE-BC55-9E47806A15D6}">
      <dgm:prSet/>
      <dgm:spPr/>
      <dgm:t>
        <a:bodyPr/>
        <a:lstStyle/>
        <a:p>
          <a:endParaRPr lang="en-US"/>
        </a:p>
      </dgm:t>
    </dgm:pt>
    <dgm:pt modelId="{71F590B2-ADE6-4B12-8106-AE4B37A47BCD}" type="pres">
      <dgm:prSet presAssocID="{AB8AA333-944F-4D4D-9D9D-3B919E997A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15F25C9-0807-4D9D-852E-F28EAE398BDC}" type="pres">
      <dgm:prSet presAssocID="{E0F8A83E-9C25-4AF4-8D24-84DE958478A0}" presName="hierRoot1" presStyleCnt="0"/>
      <dgm:spPr/>
    </dgm:pt>
    <dgm:pt modelId="{0D145604-4A32-49A5-AC1D-DFEF0ACBED8E}" type="pres">
      <dgm:prSet presAssocID="{E0F8A83E-9C25-4AF4-8D24-84DE958478A0}" presName="composite" presStyleCnt="0"/>
      <dgm:spPr/>
    </dgm:pt>
    <dgm:pt modelId="{13784A1A-07A0-4E82-96C7-0B150AFB3FAD}" type="pres">
      <dgm:prSet presAssocID="{E0F8A83E-9C25-4AF4-8D24-84DE958478A0}" presName="background" presStyleLbl="node0" presStyleIdx="0" presStyleCnt="3"/>
      <dgm:spPr>
        <a:solidFill>
          <a:srgbClr val="734B67"/>
        </a:solidFill>
      </dgm:spPr>
    </dgm:pt>
    <dgm:pt modelId="{527BB08C-B909-483D-9F28-A491B5E0F9DB}" type="pres">
      <dgm:prSet presAssocID="{E0F8A83E-9C25-4AF4-8D24-84DE958478A0}" presName="text" presStyleLbl="fgAcc0" presStyleIdx="0" presStyleCnt="3">
        <dgm:presLayoutVars>
          <dgm:chPref val="3"/>
        </dgm:presLayoutVars>
      </dgm:prSet>
      <dgm:spPr/>
    </dgm:pt>
    <dgm:pt modelId="{2C4D22D7-1F25-4F97-B78F-6B117ED792E2}" type="pres">
      <dgm:prSet presAssocID="{E0F8A83E-9C25-4AF4-8D24-84DE958478A0}" presName="hierChild2" presStyleCnt="0"/>
      <dgm:spPr/>
    </dgm:pt>
    <dgm:pt modelId="{5E67030D-7916-4363-BB7E-7CC57CAE4880}" type="pres">
      <dgm:prSet presAssocID="{F1E1148B-061F-49F8-9782-17C1B68D42A6}" presName="hierRoot1" presStyleCnt="0"/>
      <dgm:spPr/>
    </dgm:pt>
    <dgm:pt modelId="{A2240FDA-714D-4E3E-A49B-1A80F80D9CB5}" type="pres">
      <dgm:prSet presAssocID="{F1E1148B-061F-49F8-9782-17C1B68D42A6}" presName="composite" presStyleCnt="0"/>
      <dgm:spPr/>
    </dgm:pt>
    <dgm:pt modelId="{63D97402-697B-408C-B50D-03FCE853D16D}" type="pres">
      <dgm:prSet presAssocID="{F1E1148B-061F-49F8-9782-17C1B68D42A6}" presName="background" presStyleLbl="node0" presStyleIdx="1" presStyleCnt="3"/>
      <dgm:spPr>
        <a:solidFill>
          <a:srgbClr val="734B67"/>
        </a:solidFill>
      </dgm:spPr>
    </dgm:pt>
    <dgm:pt modelId="{023BE45C-F752-45B0-9D4E-35C609EC2742}" type="pres">
      <dgm:prSet presAssocID="{F1E1148B-061F-49F8-9782-17C1B68D42A6}" presName="text" presStyleLbl="fgAcc0" presStyleIdx="1" presStyleCnt="3">
        <dgm:presLayoutVars>
          <dgm:chPref val="3"/>
        </dgm:presLayoutVars>
      </dgm:prSet>
      <dgm:spPr/>
    </dgm:pt>
    <dgm:pt modelId="{B1E95B89-8E1A-4D2C-BC14-FD5CD77CD20E}" type="pres">
      <dgm:prSet presAssocID="{F1E1148B-061F-49F8-9782-17C1B68D42A6}" presName="hierChild2" presStyleCnt="0"/>
      <dgm:spPr/>
    </dgm:pt>
    <dgm:pt modelId="{E5D94CF1-DEE0-4978-9768-165C9577C2FB}" type="pres">
      <dgm:prSet presAssocID="{F5ABC805-B0D4-4D06-BBA7-6071BA8FBF32}" presName="hierRoot1" presStyleCnt="0"/>
      <dgm:spPr/>
    </dgm:pt>
    <dgm:pt modelId="{500AA024-C7B8-494E-B928-AD2D7135C748}" type="pres">
      <dgm:prSet presAssocID="{F5ABC805-B0D4-4D06-BBA7-6071BA8FBF32}" presName="composite" presStyleCnt="0"/>
      <dgm:spPr/>
    </dgm:pt>
    <dgm:pt modelId="{0F3770A7-DC38-47B5-8E39-DD371AE9F02E}" type="pres">
      <dgm:prSet presAssocID="{F5ABC805-B0D4-4D06-BBA7-6071BA8FBF32}" presName="background" presStyleLbl="node0" presStyleIdx="2" presStyleCnt="3"/>
      <dgm:spPr>
        <a:solidFill>
          <a:srgbClr val="734B67"/>
        </a:solidFill>
      </dgm:spPr>
    </dgm:pt>
    <dgm:pt modelId="{66D75DEF-4DBF-461B-933C-40E43CF944D8}" type="pres">
      <dgm:prSet presAssocID="{F5ABC805-B0D4-4D06-BBA7-6071BA8FBF32}" presName="text" presStyleLbl="fgAcc0" presStyleIdx="2" presStyleCnt="3">
        <dgm:presLayoutVars>
          <dgm:chPref val="3"/>
        </dgm:presLayoutVars>
      </dgm:prSet>
      <dgm:spPr/>
    </dgm:pt>
    <dgm:pt modelId="{513CACC0-7FE7-4390-818A-3E77C95AE803}" type="pres">
      <dgm:prSet presAssocID="{F5ABC805-B0D4-4D06-BBA7-6071BA8FBF32}" presName="hierChild2" presStyleCnt="0"/>
      <dgm:spPr/>
    </dgm:pt>
  </dgm:ptLst>
  <dgm:cxnLst>
    <dgm:cxn modelId="{EEC0E60A-4532-491A-A829-1FEFB5AE2E76}" type="presOf" srcId="{F1E1148B-061F-49F8-9782-17C1B68D42A6}" destId="{023BE45C-F752-45B0-9D4E-35C609EC2742}" srcOrd="0" destOrd="0" presId="urn:microsoft.com/office/officeart/2005/8/layout/hierarchy1"/>
    <dgm:cxn modelId="{B4792913-DF3D-4B22-B13F-26C51B75FD79}" srcId="{AB8AA333-944F-4D4D-9D9D-3B919E997AE4}" destId="{F1E1148B-061F-49F8-9782-17C1B68D42A6}" srcOrd="1" destOrd="0" parTransId="{DCC6C053-64AF-43E3-9577-AD20CB16BDAC}" sibTransId="{F96579B5-7902-4F54-8327-176654954EDF}"/>
    <dgm:cxn modelId="{12CF7316-B344-4909-BB46-DF837644C880}" srcId="{AB8AA333-944F-4D4D-9D9D-3B919E997AE4}" destId="{E0F8A83E-9C25-4AF4-8D24-84DE958478A0}" srcOrd="0" destOrd="0" parTransId="{088676A5-EF30-4985-B8A4-33D016CCAD1D}" sibTransId="{107DE4B7-863A-45E6-956F-B23F09CA57C6}"/>
    <dgm:cxn modelId="{D90D956A-B5E0-4A45-A8CB-CEC85C5F6B4C}" type="presOf" srcId="{AB8AA333-944F-4D4D-9D9D-3B919E997AE4}" destId="{71F590B2-ADE6-4B12-8106-AE4B37A47BCD}" srcOrd="0" destOrd="0" presId="urn:microsoft.com/office/officeart/2005/8/layout/hierarchy1"/>
    <dgm:cxn modelId="{36D4139D-3D4C-43F7-9B0B-68D24BF1DAD3}" type="presOf" srcId="{E0F8A83E-9C25-4AF4-8D24-84DE958478A0}" destId="{527BB08C-B909-483D-9F28-A491B5E0F9DB}" srcOrd="0" destOrd="0" presId="urn:microsoft.com/office/officeart/2005/8/layout/hierarchy1"/>
    <dgm:cxn modelId="{AFC0CAAC-AED4-402A-BF94-CB237DB02332}" type="presOf" srcId="{F5ABC805-B0D4-4D06-BBA7-6071BA8FBF32}" destId="{66D75DEF-4DBF-461B-933C-40E43CF944D8}" srcOrd="0" destOrd="0" presId="urn:microsoft.com/office/officeart/2005/8/layout/hierarchy1"/>
    <dgm:cxn modelId="{C3723FDE-4B8C-40FE-BC55-9E47806A15D6}" srcId="{AB8AA333-944F-4D4D-9D9D-3B919E997AE4}" destId="{F5ABC805-B0D4-4D06-BBA7-6071BA8FBF32}" srcOrd="2" destOrd="0" parTransId="{869B8A73-9966-4905-BCA9-5F110013E012}" sibTransId="{F2203A51-5B6E-442A-B03C-709FC7C38A33}"/>
    <dgm:cxn modelId="{286BFF93-BF82-4AB5-ACC7-C3656557B656}" type="presParOf" srcId="{71F590B2-ADE6-4B12-8106-AE4B37A47BCD}" destId="{315F25C9-0807-4D9D-852E-F28EAE398BDC}" srcOrd="0" destOrd="0" presId="urn:microsoft.com/office/officeart/2005/8/layout/hierarchy1"/>
    <dgm:cxn modelId="{AD8772DE-6FCA-46A4-94C0-7AED6B172E44}" type="presParOf" srcId="{315F25C9-0807-4D9D-852E-F28EAE398BDC}" destId="{0D145604-4A32-49A5-AC1D-DFEF0ACBED8E}" srcOrd="0" destOrd="0" presId="urn:microsoft.com/office/officeart/2005/8/layout/hierarchy1"/>
    <dgm:cxn modelId="{50160D74-7F9B-43BF-B674-D169A8543D67}" type="presParOf" srcId="{0D145604-4A32-49A5-AC1D-DFEF0ACBED8E}" destId="{13784A1A-07A0-4E82-96C7-0B150AFB3FAD}" srcOrd="0" destOrd="0" presId="urn:microsoft.com/office/officeart/2005/8/layout/hierarchy1"/>
    <dgm:cxn modelId="{A18B32DF-3A74-49CA-8522-41C6361FA94C}" type="presParOf" srcId="{0D145604-4A32-49A5-AC1D-DFEF0ACBED8E}" destId="{527BB08C-B909-483D-9F28-A491B5E0F9DB}" srcOrd="1" destOrd="0" presId="urn:microsoft.com/office/officeart/2005/8/layout/hierarchy1"/>
    <dgm:cxn modelId="{0A0E8220-2F6D-4B1C-9351-B15BEC62F187}" type="presParOf" srcId="{315F25C9-0807-4D9D-852E-F28EAE398BDC}" destId="{2C4D22D7-1F25-4F97-B78F-6B117ED792E2}" srcOrd="1" destOrd="0" presId="urn:microsoft.com/office/officeart/2005/8/layout/hierarchy1"/>
    <dgm:cxn modelId="{D3924D91-A0EF-47A1-9368-F1111083B433}" type="presParOf" srcId="{71F590B2-ADE6-4B12-8106-AE4B37A47BCD}" destId="{5E67030D-7916-4363-BB7E-7CC57CAE4880}" srcOrd="1" destOrd="0" presId="urn:microsoft.com/office/officeart/2005/8/layout/hierarchy1"/>
    <dgm:cxn modelId="{AE1093BF-4478-4D0B-9E07-83276E94856F}" type="presParOf" srcId="{5E67030D-7916-4363-BB7E-7CC57CAE4880}" destId="{A2240FDA-714D-4E3E-A49B-1A80F80D9CB5}" srcOrd="0" destOrd="0" presId="urn:microsoft.com/office/officeart/2005/8/layout/hierarchy1"/>
    <dgm:cxn modelId="{1B75977A-967F-4B6D-95A1-AF2C73FE728B}" type="presParOf" srcId="{A2240FDA-714D-4E3E-A49B-1A80F80D9CB5}" destId="{63D97402-697B-408C-B50D-03FCE853D16D}" srcOrd="0" destOrd="0" presId="urn:microsoft.com/office/officeart/2005/8/layout/hierarchy1"/>
    <dgm:cxn modelId="{761A3D8A-1531-4C4A-A02B-3582AF789E0A}" type="presParOf" srcId="{A2240FDA-714D-4E3E-A49B-1A80F80D9CB5}" destId="{023BE45C-F752-45B0-9D4E-35C609EC2742}" srcOrd="1" destOrd="0" presId="urn:microsoft.com/office/officeart/2005/8/layout/hierarchy1"/>
    <dgm:cxn modelId="{F81709D5-45E3-45E3-8F2C-765062D3D7BD}" type="presParOf" srcId="{5E67030D-7916-4363-BB7E-7CC57CAE4880}" destId="{B1E95B89-8E1A-4D2C-BC14-FD5CD77CD20E}" srcOrd="1" destOrd="0" presId="urn:microsoft.com/office/officeart/2005/8/layout/hierarchy1"/>
    <dgm:cxn modelId="{12560826-3B6B-474D-93A2-5338192BD80E}" type="presParOf" srcId="{71F590B2-ADE6-4B12-8106-AE4B37A47BCD}" destId="{E5D94CF1-DEE0-4978-9768-165C9577C2FB}" srcOrd="2" destOrd="0" presId="urn:microsoft.com/office/officeart/2005/8/layout/hierarchy1"/>
    <dgm:cxn modelId="{4E76EDCC-D106-4A79-BFF6-1821540BC25A}" type="presParOf" srcId="{E5D94CF1-DEE0-4978-9768-165C9577C2FB}" destId="{500AA024-C7B8-494E-B928-AD2D7135C748}" srcOrd="0" destOrd="0" presId="urn:microsoft.com/office/officeart/2005/8/layout/hierarchy1"/>
    <dgm:cxn modelId="{54312DEC-8A43-4F26-A85A-EE4B5A7D5887}" type="presParOf" srcId="{500AA024-C7B8-494E-B928-AD2D7135C748}" destId="{0F3770A7-DC38-47B5-8E39-DD371AE9F02E}" srcOrd="0" destOrd="0" presId="urn:microsoft.com/office/officeart/2005/8/layout/hierarchy1"/>
    <dgm:cxn modelId="{2679E770-A866-4C43-A73D-24263FBE4CA7}" type="presParOf" srcId="{500AA024-C7B8-494E-B928-AD2D7135C748}" destId="{66D75DEF-4DBF-461B-933C-40E43CF944D8}" srcOrd="1" destOrd="0" presId="urn:microsoft.com/office/officeart/2005/8/layout/hierarchy1"/>
    <dgm:cxn modelId="{2BDF24EA-65F0-4035-8D5C-CDA80E1B9F9A}" type="presParOf" srcId="{E5D94CF1-DEE0-4978-9768-165C9577C2FB}" destId="{513CACC0-7FE7-4390-818A-3E77C95AE8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CB4234-897B-4243-83CD-BAA3477A3C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241259-B179-4628-94CA-C38B7C46EC96}" type="pres">
      <dgm:prSet presAssocID="{67CB4234-897B-4243-83CD-BAA3477A3C7D}" presName="root" presStyleCnt="0">
        <dgm:presLayoutVars>
          <dgm:dir/>
          <dgm:resizeHandles val="exact"/>
        </dgm:presLayoutVars>
      </dgm:prSet>
      <dgm:spPr/>
    </dgm:pt>
  </dgm:ptLst>
  <dgm:cxnLst>
    <dgm:cxn modelId="{2CD2F412-A211-4D6A-9429-39225AFD1588}" type="presOf" srcId="{67CB4234-897B-4243-83CD-BAA3477A3C7D}" destId="{D0241259-B179-4628-94CA-C38B7C46EC96}" srcOrd="0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EE1429-54B1-47A7-B780-88BC3610544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94C7E1-41FE-4311-8A6E-9F347903D488}">
      <dgm:prSet/>
      <dgm:spPr>
        <a:solidFill>
          <a:srgbClr val="734B67"/>
        </a:solidFill>
      </dgm:spPr>
      <dgm:t>
        <a:bodyPr/>
        <a:lstStyle/>
        <a:p>
          <a:r>
            <a:rPr lang="en-GB" b="1"/>
            <a:t>Protein Pre-selection Strategy</a:t>
          </a:r>
          <a:endParaRPr lang="en-US"/>
        </a:p>
      </dgm:t>
    </dgm:pt>
    <dgm:pt modelId="{4F4C6B96-758B-4217-ADDD-8D64125E2C0C}" type="parTrans" cxnId="{464FFE65-22D3-45DE-818D-22961A9004E8}">
      <dgm:prSet/>
      <dgm:spPr/>
      <dgm:t>
        <a:bodyPr/>
        <a:lstStyle/>
        <a:p>
          <a:endParaRPr lang="en-US"/>
        </a:p>
      </dgm:t>
    </dgm:pt>
    <dgm:pt modelId="{38B7C980-4513-4DF9-A856-0AFD07B9F4FC}" type="sibTrans" cxnId="{464FFE65-22D3-45DE-818D-22961A9004E8}">
      <dgm:prSet/>
      <dgm:spPr/>
      <dgm:t>
        <a:bodyPr/>
        <a:lstStyle/>
        <a:p>
          <a:endParaRPr lang="en-US"/>
        </a:p>
      </dgm:t>
    </dgm:pt>
    <dgm:pt modelId="{083B0F28-8B8A-4941-83BC-F8ABE2681FDA}">
      <dgm:prSet/>
      <dgm:spPr/>
      <dgm:t>
        <a:bodyPr/>
        <a:lstStyle/>
        <a:p>
          <a:r>
            <a:rPr lang="en-GB" dirty="0"/>
            <a:t>Kruskal–Wallis (univariate) vs PLS-DA (supervised multivariate)</a:t>
          </a:r>
          <a:endParaRPr lang="en-US" dirty="0"/>
        </a:p>
      </dgm:t>
    </dgm:pt>
    <dgm:pt modelId="{A0C4385F-34BF-44DF-8F85-77C088E456BF}" type="parTrans" cxnId="{DCDCAA90-8FD3-4ADC-A33A-53F1B9F69CB7}">
      <dgm:prSet/>
      <dgm:spPr/>
      <dgm:t>
        <a:bodyPr/>
        <a:lstStyle/>
        <a:p>
          <a:endParaRPr lang="en-US"/>
        </a:p>
      </dgm:t>
    </dgm:pt>
    <dgm:pt modelId="{1B8C7E02-8521-49B2-8F66-96CDFB96730C}" type="sibTrans" cxnId="{DCDCAA90-8FD3-4ADC-A33A-53F1B9F69CB7}">
      <dgm:prSet/>
      <dgm:spPr/>
      <dgm:t>
        <a:bodyPr/>
        <a:lstStyle/>
        <a:p>
          <a:endParaRPr lang="en-US"/>
        </a:p>
      </dgm:t>
    </dgm:pt>
    <dgm:pt modelId="{36FA2958-CEEE-4B3E-A4F3-2BC6AB382C1E}">
      <dgm:prSet/>
      <dgm:spPr>
        <a:solidFill>
          <a:srgbClr val="734B67"/>
        </a:solidFill>
      </dgm:spPr>
      <dgm:t>
        <a:bodyPr/>
        <a:lstStyle/>
        <a:p>
          <a:r>
            <a:rPr lang="en-GB" b="1"/>
            <a:t>NMF-Specific Considerations</a:t>
          </a:r>
          <a:endParaRPr lang="en-US"/>
        </a:p>
      </dgm:t>
    </dgm:pt>
    <dgm:pt modelId="{10BD33C0-23F8-48E6-9135-43BE3AF3058F}" type="parTrans" cxnId="{4BB69CB1-9B5A-4051-8D9D-4D2819EC3804}">
      <dgm:prSet/>
      <dgm:spPr/>
      <dgm:t>
        <a:bodyPr/>
        <a:lstStyle/>
        <a:p>
          <a:endParaRPr lang="en-US"/>
        </a:p>
      </dgm:t>
    </dgm:pt>
    <dgm:pt modelId="{00014425-4963-4F00-911E-7E51AA035D97}" type="sibTrans" cxnId="{4BB69CB1-9B5A-4051-8D9D-4D2819EC3804}">
      <dgm:prSet/>
      <dgm:spPr/>
      <dgm:t>
        <a:bodyPr/>
        <a:lstStyle/>
        <a:p>
          <a:endParaRPr lang="en-US"/>
        </a:p>
      </dgm:t>
    </dgm:pt>
    <dgm:pt modelId="{A387CC80-E143-4F9D-BCB5-4CBFE5EC3F81}">
      <dgm:prSet/>
      <dgm:spPr/>
      <dgm:t>
        <a:bodyPr/>
        <a:lstStyle/>
        <a:p>
          <a:r>
            <a:rPr lang="en-GB" dirty="0"/>
            <a:t>NMF is stochastic → different runs may yield different solutions</a:t>
          </a:r>
          <a:endParaRPr lang="en-US" dirty="0"/>
        </a:p>
      </dgm:t>
    </dgm:pt>
    <dgm:pt modelId="{6EB8547D-8568-4B6F-BE19-C62D997FE7D8}" type="parTrans" cxnId="{83C66146-1E8C-440E-97EA-5A29E309F733}">
      <dgm:prSet/>
      <dgm:spPr/>
      <dgm:t>
        <a:bodyPr/>
        <a:lstStyle/>
        <a:p>
          <a:endParaRPr lang="en-US"/>
        </a:p>
      </dgm:t>
    </dgm:pt>
    <dgm:pt modelId="{A94886A3-1222-4BB9-A61A-C3EFA3AE6959}" type="sibTrans" cxnId="{83C66146-1E8C-440E-97EA-5A29E309F733}">
      <dgm:prSet/>
      <dgm:spPr/>
      <dgm:t>
        <a:bodyPr/>
        <a:lstStyle/>
        <a:p>
          <a:endParaRPr lang="en-US"/>
        </a:p>
      </dgm:t>
    </dgm:pt>
    <dgm:pt modelId="{17315CDE-0F8A-4651-A068-BB966E9C406C}">
      <dgm:prSet/>
      <dgm:spPr/>
      <dgm:t>
        <a:bodyPr/>
        <a:lstStyle/>
        <a:p>
          <a:r>
            <a:rPr lang="en-GB" dirty="0"/>
            <a:t>Requires pre-specification or testing of cluster number (k)</a:t>
          </a:r>
          <a:endParaRPr lang="en-US" dirty="0"/>
        </a:p>
      </dgm:t>
    </dgm:pt>
    <dgm:pt modelId="{60ED119F-D90A-4CD5-A97B-698379429F68}" type="parTrans" cxnId="{6D8011ED-4603-40E6-893D-6F59115BE37C}">
      <dgm:prSet/>
      <dgm:spPr/>
      <dgm:t>
        <a:bodyPr/>
        <a:lstStyle/>
        <a:p>
          <a:endParaRPr lang="en-US"/>
        </a:p>
      </dgm:t>
    </dgm:pt>
    <dgm:pt modelId="{95EC5CBD-020A-434E-8099-95270B5E0327}" type="sibTrans" cxnId="{6D8011ED-4603-40E6-893D-6F59115BE37C}">
      <dgm:prSet/>
      <dgm:spPr/>
      <dgm:t>
        <a:bodyPr/>
        <a:lstStyle/>
        <a:p>
          <a:endParaRPr lang="en-US"/>
        </a:p>
      </dgm:t>
    </dgm:pt>
    <dgm:pt modelId="{B00317E0-D1D8-4B53-974C-BC29CAB06D8F}">
      <dgm:prSet/>
      <dgm:spPr/>
      <dgm:t>
        <a:bodyPr/>
        <a:lstStyle/>
        <a:p>
          <a:r>
            <a:rPr lang="en-GB" dirty="0"/>
            <a:t>Cluster selection relies on heuristic criteria (cophenetic, silhouette)</a:t>
          </a:r>
          <a:endParaRPr lang="en-US" dirty="0"/>
        </a:p>
      </dgm:t>
    </dgm:pt>
    <dgm:pt modelId="{9950C482-55B7-4363-BCEC-3CC82F258B27}" type="parTrans" cxnId="{C84507AF-630B-4703-B775-DFC32F1D4BF7}">
      <dgm:prSet/>
      <dgm:spPr/>
      <dgm:t>
        <a:bodyPr/>
        <a:lstStyle/>
        <a:p>
          <a:endParaRPr lang="en-US"/>
        </a:p>
      </dgm:t>
    </dgm:pt>
    <dgm:pt modelId="{5BE9AC55-5646-4176-8438-34FACBEEAD38}" type="sibTrans" cxnId="{C84507AF-630B-4703-B775-DFC32F1D4BF7}">
      <dgm:prSet/>
      <dgm:spPr/>
      <dgm:t>
        <a:bodyPr/>
        <a:lstStyle/>
        <a:p>
          <a:endParaRPr lang="en-US"/>
        </a:p>
      </dgm:t>
    </dgm:pt>
    <dgm:pt modelId="{BD085CB1-B225-4BF7-B83A-AE9EBFD309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Subtype structure can depend on selected proteins</a:t>
          </a:r>
          <a:endParaRPr lang="en-US" dirty="0"/>
        </a:p>
      </dgm:t>
    </dgm:pt>
    <dgm:pt modelId="{AC53A9EB-5671-4703-9157-72349D936716}" type="parTrans" cxnId="{6A2B6D23-BA23-4286-954B-AAFC25BC8179}">
      <dgm:prSet/>
      <dgm:spPr/>
      <dgm:t>
        <a:bodyPr/>
        <a:lstStyle/>
        <a:p>
          <a:endParaRPr lang="en-GB"/>
        </a:p>
      </dgm:t>
    </dgm:pt>
    <dgm:pt modelId="{0C6AB50C-0F8D-42CF-A0E5-5005A4AF70F2}" type="sibTrans" cxnId="{6A2B6D23-BA23-4286-954B-AAFC25BC8179}">
      <dgm:prSet/>
      <dgm:spPr/>
      <dgm:t>
        <a:bodyPr/>
        <a:lstStyle/>
        <a:p>
          <a:endParaRPr lang="en-GB"/>
        </a:p>
      </dgm:t>
    </dgm:pt>
    <dgm:pt modelId="{57D9F677-1F17-4CA0-B957-630E476BC81A}" type="pres">
      <dgm:prSet presAssocID="{FDEE1429-54B1-47A7-B780-88BC36105442}" presName="linear" presStyleCnt="0">
        <dgm:presLayoutVars>
          <dgm:dir/>
          <dgm:animLvl val="lvl"/>
          <dgm:resizeHandles val="exact"/>
        </dgm:presLayoutVars>
      </dgm:prSet>
      <dgm:spPr/>
    </dgm:pt>
    <dgm:pt modelId="{4A056346-8ECC-4397-82DE-CE967BA50AC1}" type="pres">
      <dgm:prSet presAssocID="{8394C7E1-41FE-4311-8A6E-9F347903D488}" presName="parentLin" presStyleCnt="0"/>
      <dgm:spPr/>
    </dgm:pt>
    <dgm:pt modelId="{8835AD4A-3768-4F32-9B6C-DD9ED96A1131}" type="pres">
      <dgm:prSet presAssocID="{8394C7E1-41FE-4311-8A6E-9F347903D488}" presName="parentLeftMargin" presStyleLbl="node1" presStyleIdx="0" presStyleCnt="2"/>
      <dgm:spPr/>
    </dgm:pt>
    <dgm:pt modelId="{30346F23-EB76-49C5-8542-23C3830A543D}" type="pres">
      <dgm:prSet presAssocID="{8394C7E1-41FE-4311-8A6E-9F347903D48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C7CA0A-88AB-41B6-8A15-C5587012EA3F}" type="pres">
      <dgm:prSet presAssocID="{8394C7E1-41FE-4311-8A6E-9F347903D488}" presName="negativeSpace" presStyleCnt="0"/>
      <dgm:spPr/>
    </dgm:pt>
    <dgm:pt modelId="{CE18F840-EEBE-4B0D-9672-BE92351E18B8}" type="pres">
      <dgm:prSet presAssocID="{8394C7E1-41FE-4311-8A6E-9F347903D488}" presName="childText" presStyleLbl="conFgAcc1" presStyleIdx="0" presStyleCnt="2">
        <dgm:presLayoutVars>
          <dgm:bulletEnabled val="1"/>
        </dgm:presLayoutVars>
      </dgm:prSet>
      <dgm:spPr/>
    </dgm:pt>
    <dgm:pt modelId="{E803217B-F7CA-4515-A9FD-EB7613D9B1B1}" type="pres">
      <dgm:prSet presAssocID="{38B7C980-4513-4DF9-A856-0AFD07B9F4FC}" presName="spaceBetweenRectangles" presStyleCnt="0"/>
      <dgm:spPr/>
    </dgm:pt>
    <dgm:pt modelId="{7C79AF4E-2E82-4EC3-863E-242BF17ECE9E}" type="pres">
      <dgm:prSet presAssocID="{36FA2958-CEEE-4B3E-A4F3-2BC6AB382C1E}" presName="parentLin" presStyleCnt="0"/>
      <dgm:spPr/>
    </dgm:pt>
    <dgm:pt modelId="{24FBBCF9-8880-4F1A-991B-9BD7026E0DF2}" type="pres">
      <dgm:prSet presAssocID="{36FA2958-CEEE-4B3E-A4F3-2BC6AB382C1E}" presName="parentLeftMargin" presStyleLbl="node1" presStyleIdx="0" presStyleCnt="2"/>
      <dgm:spPr/>
    </dgm:pt>
    <dgm:pt modelId="{959BD358-91AF-4180-A0EB-D34DE874FC49}" type="pres">
      <dgm:prSet presAssocID="{36FA2958-CEEE-4B3E-A4F3-2BC6AB382C1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83D8711-8001-4F6C-8108-60148CF5C7F3}" type="pres">
      <dgm:prSet presAssocID="{36FA2958-CEEE-4B3E-A4F3-2BC6AB382C1E}" presName="negativeSpace" presStyleCnt="0"/>
      <dgm:spPr/>
    </dgm:pt>
    <dgm:pt modelId="{8CB56620-E727-4685-9671-A93337651FB2}" type="pres">
      <dgm:prSet presAssocID="{36FA2958-CEEE-4B3E-A4F3-2BC6AB382C1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A2B6D23-BA23-4286-954B-AAFC25BC8179}" srcId="{8394C7E1-41FE-4311-8A6E-9F347903D488}" destId="{BD085CB1-B225-4BF7-B83A-AE9EBFD3093D}" srcOrd="1" destOrd="0" parTransId="{AC53A9EB-5671-4703-9157-72349D936716}" sibTransId="{0C6AB50C-0F8D-42CF-A0E5-5005A4AF70F2}"/>
    <dgm:cxn modelId="{672D2138-AE75-4FDF-861E-EA907C4B3739}" type="presOf" srcId="{FDEE1429-54B1-47A7-B780-88BC36105442}" destId="{57D9F677-1F17-4CA0-B957-630E476BC81A}" srcOrd="0" destOrd="0" presId="urn:microsoft.com/office/officeart/2005/8/layout/list1"/>
    <dgm:cxn modelId="{AE25AA5F-CF87-44FC-971E-833D2F9E55C1}" type="presOf" srcId="{36FA2958-CEEE-4B3E-A4F3-2BC6AB382C1E}" destId="{24FBBCF9-8880-4F1A-991B-9BD7026E0DF2}" srcOrd="0" destOrd="0" presId="urn:microsoft.com/office/officeart/2005/8/layout/list1"/>
    <dgm:cxn modelId="{464FFE65-22D3-45DE-818D-22961A9004E8}" srcId="{FDEE1429-54B1-47A7-B780-88BC36105442}" destId="{8394C7E1-41FE-4311-8A6E-9F347903D488}" srcOrd="0" destOrd="0" parTransId="{4F4C6B96-758B-4217-ADDD-8D64125E2C0C}" sibTransId="{38B7C980-4513-4DF9-A856-0AFD07B9F4FC}"/>
    <dgm:cxn modelId="{83C66146-1E8C-440E-97EA-5A29E309F733}" srcId="{36FA2958-CEEE-4B3E-A4F3-2BC6AB382C1E}" destId="{A387CC80-E143-4F9D-BCB5-4CBFE5EC3F81}" srcOrd="0" destOrd="0" parTransId="{6EB8547D-8568-4B6F-BE19-C62D997FE7D8}" sibTransId="{A94886A3-1222-4BB9-A61A-C3EFA3AE6959}"/>
    <dgm:cxn modelId="{DCDCAA90-8FD3-4ADC-A33A-53F1B9F69CB7}" srcId="{8394C7E1-41FE-4311-8A6E-9F347903D488}" destId="{083B0F28-8B8A-4941-83BC-F8ABE2681FDA}" srcOrd="0" destOrd="0" parTransId="{A0C4385F-34BF-44DF-8F85-77C088E456BF}" sibTransId="{1B8C7E02-8521-49B2-8F66-96CDFB96730C}"/>
    <dgm:cxn modelId="{A8D70D96-4D83-44F3-8E08-6A490F05F72A}" type="presOf" srcId="{36FA2958-CEEE-4B3E-A4F3-2BC6AB382C1E}" destId="{959BD358-91AF-4180-A0EB-D34DE874FC49}" srcOrd="1" destOrd="0" presId="urn:microsoft.com/office/officeart/2005/8/layout/list1"/>
    <dgm:cxn modelId="{C2069DAA-6122-46A7-A28B-0202A7F24F1A}" type="presOf" srcId="{083B0F28-8B8A-4941-83BC-F8ABE2681FDA}" destId="{CE18F840-EEBE-4B0D-9672-BE92351E18B8}" srcOrd="0" destOrd="0" presId="urn:microsoft.com/office/officeart/2005/8/layout/list1"/>
    <dgm:cxn modelId="{C84507AF-630B-4703-B775-DFC32F1D4BF7}" srcId="{36FA2958-CEEE-4B3E-A4F3-2BC6AB382C1E}" destId="{B00317E0-D1D8-4B53-974C-BC29CAB06D8F}" srcOrd="2" destOrd="0" parTransId="{9950C482-55B7-4363-BCEC-3CC82F258B27}" sibTransId="{5BE9AC55-5646-4176-8438-34FACBEEAD38}"/>
    <dgm:cxn modelId="{4BB69CB1-9B5A-4051-8D9D-4D2819EC3804}" srcId="{FDEE1429-54B1-47A7-B780-88BC36105442}" destId="{36FA2958-CEEE-4B3E-A4F3-2BC6AB382C1E}" srcOrd="1" destOrd="0" parTransId="{10BD33C0-23F8-48E6-9135-43BE3AF3058F}" sibTransId="{00014425-4963-4F00-911E-7E51AA035D97}"/>
    <dgm:cxn modelId="{256E48B8-33CF-488E-8009-45BCF715CBD5}" type="presOf" srcId="{B00317E0-D1D8-4B53-974C-BC29CAB06D8F}" destId="{8CB56620-E727-4685-9671-A93337651FB2}" srcOrd="0" destOrd="2" presId="urn:microsoft.com/office/officeart/2005/8/layout/list1"/>
    <dgm:cxn modelId="{AA559DD2-74D6-405B-B50A-DCE0BEADA31B}" type="presOf" srcId="{8394C7E1-41FE-4311-8A6E-9F347903D488}" destId="{30346F23-EB76-49C5-8542-23C3830A543D}" srcOrd="1" destOrd="0" presId="urn:microsoft.com/office/officeart/2005/8/layout/list1"/>
    <dgm:cxn modelId="{4E5B35D4-450F-4B4A-AD62-E8995882834D}" type="presOf" srcId="{BD085CB1-B225-4BF7-B83A-AE9EBFD3093D}" destId="{CE18F840-EEBE-4B0D-9672-BE92351E18B8}" srcOrd="0" destOrd="1" presId="urn:microsoft.com/office/officeart/2005/8/layout/list1"/>
    <dgm:cxn modelId="{551A10DC-145E-4825-A05C-9A3A99B10D44}" type="presOf" srcId="{17315CDE-0F8A-4651-A068-BB966E9C406C}" destId="{8CB56620-E727-4685-9671-A93337651FB2}" srcOrd="0" destOrd="1" presId="urn:microsoft.com/office/officeart/2005/8/layout/list1"/>
    <dgm:cxn modelId="{598369E0-7AC2-48C0-AD97-1EA42EB2339A}" type="presOf" srcId="{8394C7E1-41FE-4311-8A6E-9F347903D488}" destId="{8835AD4A-3768-4F32-9B6C-DD9ED96A1131}" srcOrd="0" destOrd="0" presId="urn:microsoft.com/office/officeart/2005/8/layout/list1"/>
    <dgm:cxn modelId="{6D8011ED-4603-40E6-893D-6F59115BE37C}" srcId="{36FA2958-CEEE-4B3E-A4F3-2BC6AB382C1E}" destId="{17315CDE-0F8A-4651-A068-BB966E9C406C}" srcOrd="1" destOrd="0" parTransId="{60ED119F-D90A-4CD5-A97B-698379429F68}" sibTransId="{95EC5CBD-020A-434E-8099-95270B5E0327}"/>
    <dgm:cxn modelId="{110826F9-82BF-40B1-B87B-FA60C38A93C1}" type="presOf" srcId="{A387CC80-E143-4F9D-BCB5-4CBFE5EC3F81}" destId="{8CB56620-E727-4685-9671-A93337651FB2}" srcOrd="0" destOrd="0" presId="urn:microsoft.com/office/officeart/2005/8/layout/list1"/>
    <dgm:cxn modelId="{3E958C9F-C0B1-42DC-ADD2-DB08FF524380}" type="presParOf" srcId="{57D9F677-1F17-4CA0-B957-630E476BC81A}" destId="{4A056346-8ECC-4397-82DE-CE967BA50AC1}" srcOrd="0" destOrd="0" presId="urn:microsoft.com/office/officeart/2005/8/layout/list1"/>
    <dgm:cxn modelId="{E4C6368F-ECCB-4DDA-B11B-7C3911ED70DC}" type="presParOf" srcId="{4A056346-8ECC-4397-82DE-CE967BA50AC1}" destId="{8835AD4A-3768-4F32-9B6C-DD9ED96A1131}" srcOrd="0" destOrd="0" presId="urn:microsoft.com/office/officeart/2005/8/layout/list1"/>
    <dgm:cxn modelId="{BCEA9EA2-2CC4-4F0C-AEBC-705D960B04DE}" type="presParOf" srcId="{4A056346-8ECC-4397-82DE-CE967BA50AC1}" destId="{30346F23-EB76-49C5-8542-23C3830A543D}" srcOrd="1" destOrd="0" presId="urn:microsoft.com/office/officeart/2005/8/layout/list1"/>
    <dgm:cxn modelId="{26B3EEEB-F605-4792-90DB-405770AE0D8C}" type="presParOf" srcId="{57D9F677-1F17-4CA0-B957-630E476BC81A}" destId="{5AC7CA0A-88AB-41B6-8A15-C5587012EA3F}" srcOrd="1" destOrd="0" presId="urn:microsoft.com/office/officeart/2005/8/layout/list1"/>
    <dgm:cxn modelId="{AB96461E-A279-4034-B453-CFF24D1E28B2}" type="presParOf" srcId="{57D9F677-1F17-4CA0-B957-630E476BC81A}" destId="{CE18F840-EEBE-4B0D-9672-BE92351E18B8}" srcOrd="2" destOrd="0" presId="urn:microsoft.com/office/officeart/2005/8/layout/list1"/>
    <dgm:cxn modelId="{683CB5AE-75D2-4B29-BE62-FDD0FF5EB1CA}" type="presParOf" srcId="{57D9F677-1F17-4CA0-B957-630E476BC81A}" destId="{E803217B-F7CA-4515-A9FD-EB7613D9B1B1}" srcOrd="3" destOrd="0" presId="urn:microsoft.com/office/officeart/2005/8/layout/list1"/>
    <dgm:cxn modelId="{871FDCAA-8EB2-47FA-BB61-F65730011F37}" type="presParOf" srcId="{57D9F677-1F17-4CA0-B957-630E476BC81A}" destId="{7C79AF4E-2E82-4EC3-863E-242BF17ECE9E}" srcOrd="4" destOrd="0" presId="urn:microsoft.com/office/officeart/2005/8/layout/list1"/>
    <dgm:cxn modelId="{7D7ABE61-D5AB-48BA-8E30-C7B5205F58BE}" type="presParOf" srcId="{7C79AF4E-2E82-4EC3-863E-242BF17ECE9E}" destId="{24FBBCF9-8880-4F1A-991B-9BD7026E0DF2}" srcOrd="0" destOrd="0" presId="urn:microsoft.com/office/officeart/2005/8/layout/list1"/>
    <dgm:cxn modelId="{566E2166-F694-4BBE-A975-AC0CAC192F3B}" type="presParOf" srcId="{7C79AF4E-2E82-4EC3-863E-242BF17ECE9E}" destId="{959BD358-91AF-4180-A0EB-D34DE874FC49}" srcOrd="1" destOrd="0" presId="urn:microsoft.com/office/officeart/2005/8/layout/list1"/>
    <dgm:cxn modelId="{E1069AB8-7D06-4EB5-9684-C3C93F2EE6AA}" type="presParOf" srcId="{57D9F677-1F17-4CA0-B957-630E476BC81A}" destId="{983D8711-8001-4F6C-8108-60148CF5C7F3}" srcOrd="5" destOrd="0" presId="urn:microsoft.com/office/officeart/2005/8/layout/list1"/>
    <dgm:cxn modelId="{7DBE9D03-D0CE-46B1-88FC-8CE29C7B1178}" type="presParOf" srcId="{57D9F677-1F17-4CA0-B957-630E476BC81A}" destId="{8CB56620-E727-4685-9671-A93337651FB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AAF222-000D-40C5-AF87-3CE0CB14B46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4B6BCA-BD60-4140-AFD7-833CDF76C432}">
      <dgm:prSet/>
      <dgm:spPr>
        <a:solidFill>
          <a:srgbClr val="734B67"/>
        </a:solidFill>
      </dgm:spPr>
      <dgm:t>
        <a:bodyPr/>
        <a:lstStyle/>
        <a:p>
          <a:r>
            <a:rPr lang="en-US" dirty="0"/>
            <a:t>Standard NMF</a:t>
          </a:r>
        </a:p>
      </dgm:t>
    </dgm:pt>
    <dgm:pt modelId="{047E6891-25FF-4DCE-A514-A1823B3F389E}" type="parTrans" cxnId="{540EEAF5-56BD-4452-A456-2B673D6FFDE4}">
      <dgm:prSet/>
      <dgm:spPr/>
      <dgm:t>
        <a:bodyPr/>
        <a:lstStyle/>
        <a:p>
          <a:endParaRPr lang="en-US"/>
        </a:p>
      </dgm:t>
    </dgm:pt>
    <dgm:pt modelId="{93CBDAAD-681C-4986-9291-DDAC4F29FEC8}" type="sibTrans" cxnId="{540EEAF5-56BD-4452-A456-2B673D6FFDE4}">
      <dgm:prSet/>
      <dgm:spPr/>
      <dgm:t>
        <a:bodyPr/>
        <a:lstStyle/>
        <a:p>
          <a:endParaRPr lang="en-US"/>
        </a:p>
      </dgm:t>
    </dgm:pt>
    <dgm:pt modelId="{241C33B9-01C9-40A4-B5BC-8D9644F59391}">
      <dgm:prSet/>
      <dgm:spPr>
        <a:solidFill>
          <a:srgbClr val="734B67"/>
        </a:solidFill>
      </dgm:spPr>
      <dgm:t>
        <a:bodyPr/>
        <a:lstStyle/>
        <a:p>
          <a:r>
            <a:rPr lang="en-GB"/>
            <a:t>Standard NMF treats all proteins equally</a:t>
          </a:r>
          <a:endParaRPr lang="en-US"/>
        </a:p>
      </dgm:t>
    </dgm:pt>
    <dgm:pt modelId="{11616176-4646-497A-BFD0-621A55590FB4}" type="parTrans" cxnId="{30FD1C10-6063-4302-AEE3-4449D6BB8AFD}">
      <dgm:prSet/>
      <dgm:spPr/>
      <dgm:t>
        <a:bodyPr/>
        <a:lstStyle/>
        <a:p>
          <a:endParaRPr lang="en-US"/>
        </a:p>
      </dgm:t>
    </dgm:pt>
    <dgm:pt modelId="{941AB65E-7EB8-4EC7-9E31-C136D6D4C760}" type="sibTrans" cxnId="{30FD1C10-6063-4302-AEE3-4449D6BB8AFD}">
      <dgm:prSet/>
      <dgm:spPr/>
      <dgm:t>
        <a:bodyPr/>
        <a:lstStyle/>
        <a:p>
          <a:endParaRPr lang="en-US"/>
        </a:p>
      </dgm:t>
    </dgm:pt>
    <dgm:pt modelId="{DCC56794-32B1-4628-9DC4-F68E1F701F4E}">
      <dgm:prSet/>
      <dgm:spPr>
        <a:solidFill>
          <a:srgbClr val="734B67"/>
        </a:solidFill>
      </dgm:spPr>
      <dgm:t>
        <a:bodyPr/>
        <a:lstStyle/>
        <a:p>
          <a:r>
            <a:rPr lang="en-GB" dirty="0"/>
            <a:t>Not all features contribute equally to subtype separation.</a:t>
          </a:r>
          <a:br>
            <a:rPr lang="en-GB" dirty="0"/>
          </a:br>
          <a:endParaRPr lang="en-US" dirty="0"/>
        </a:p>
      </dgm:t>
    </dgm:pt>
    <dgm:pt modelId="{72A94839-5891-4063-8BEA-024A5E472463}" type="parTrans" cxnId="{72CD6D5D-7890-47EA-9727-58AD2BBDCB66}">
      <dgm:prSet/>
      <dgm:spPr/>
      <dgm:t>
        <a:bodyPr/>
        <a:lstStyle/>
        <a:p>
          <a:endParaRPr lang="en-US"/>
        </a:p>
      </dgm:t>
    </dgm:pt>
    <dgm:pt modelId="{F72E4352-8E63-428F-A2A6-A7FBCDA02AF7}" type="sibTrans" cxnId="{72CD6D5D-7890-47EA-9727-58AD2BBDCB66}">
      <dgm:prSet/>
      <dgm:spPr/>
      <dgm:t>
        <a:bodyPr/>
        <a:lstStyle/>
        <a:p>
          <a:endParaRPr lang="en-US"/>
        </a:p>
      </dgm:t>
    </dgm:pt>
    <dgm:pt modelId="{3D0244C7-BA59-495C-8CE2-3F792E4F1A3A}">
      <dgm:prSet/>
      <dgm:spPr>
        <a:solidFill>
          <a:srgbClr val="734B67"/>
        </a:solidFill>
      </dgm:spPr>
      <dgm:t>
        <a:bodyPr/>
        <a:lstStyle/>
        <a:p>
          <a:r>
            <a:rPr lang="en-GB" b="1"/>
            <a:t>Proposed Improvement</a:t>
          </a:r>
          <a:endParaRPr lang="en-US"/>
        </a:p>
      </dgm:t>
    </dgm:pt>
    <dgm:pt modelId="{CE94771A-88A6-44BB-996F-308E8E1F7FB3}" type="parTrans" cxnId="{ECA82DB0-331B-43CB-BBE8-EFEFCAE72925}">
      <dgm:prSet/>
      <dgm:spPr/>
      <dgm:t>
        <a:bodyPr/>
        <a:lstStyle/>
        <a:p>
          <a:endParaRPr lang="en-US"/>
        </a:p>
      </dgm:t>
    </dgm:pt>
    <dgm:pt modelId="{71B7B79C-00B2-41E7-A4C2-C2B179592406}" type="sibTrans" cxnId="{ECA82DB0-331B-43CB-BBE8-EFEFCAE72925}">
      <dgm:prSet/>
      <dgm:spPr/>
      <dgm:t>
        <a:bodyPr/>
        <a:lstStyle/>
        <a:p>
          <a:endParaRPr lang="en-US"/>
        </a:p>
      </dgm:t>
    </dgm:pt>
    <dgm:pt modelId="{A8D4028B-0001-4F91-8E4B-7DD9C990F57B}">
      <dgm:prSet/>
      <dgm:spPr>
        <a:solidFill>
          <a:srgbClr val="734B67"/>
        </a:solidFill>
      </dgm:spPr>
      <dgm:t>
        <a:bodyPr/>
        <a:lstStyle/>
        <a:p>
          <a:r>
            <a:rPr lang="en-GB"/>
            <a:t>Introduce feature-weighted or constrained NMF</a:t>
          </a:r>
          <a:endParaRPr lang="en-US"/>
        </a:p>
      </dgm:t>
    </dgm:pt>
    <dgm:pt modelId="{34B6B9FF-47A2-4718-B880-319793604E04}" type="parTrans" cxnId="{A20EA811-1308-4014-8DEC-D96B5756DFC2}">
      <dgm:prSet/>
      <dgm:spPr/>
      <dgm:t>
        <a:bodyPr/>
        <a:lstStyle/>
        <a:p>
          <a:endParaRPr lang="en-US"/>
        </a:p>
      </dgm:t>
    </dgm:pt>
    <dgm:pt modelId="{AFF36DA9-9603-486D-AFEA-9E7F499AB6B8}" type="sibTrans" cxnId="{A20EA811-1308-4014-8DEC-D96B5756DFC2}">
      <dgm:prSet/>
      <dgm:spPr/>
      <dgm:t>
        <a:bodyPr/>
        <a:lstStyle/>
        <a:p>
          <a:endParaRPr lang="en-US"/>
        </a:p>
      </dgm:t>
    </dgm:pt>
    <dgm:pt modelId="{79233AE7-81F6-4B29-A33A-A584138C0889}">
      <dgm:prSet/>
      <dgm:spPr>
        <a:solidFill>
          <a:srgbClr val="734B67"/>
        </a:solidFill>
      </dgm:spPr>
      <dgm:t>
        <a:bodyPr/>
        <a:lstStyle/>
        <a:p>
          <a:r>
            <a:rPr lang="en-GB" dirty="0"/>
            <a:t>Modify the reconstruction error with an adaptive weighting matrix</a:t>
          </a:r>
          <a:endParaRPr lang="en-US" dirty="0"/>
        </a:p>
      </dgm:t>
    </dgm:pt>
    <dgm:pt modelId="{1280A0C4-C8DB-42CE-8B2D-0353CEC6567B}" type="parTrans" cxnId="{1D94AEAD-CCE6-436E-975F-CBB02C9FAEFA}">
      <dgm:prSet/>
      <dgm:spPr/>
      <dgm:t>
        <a:bodyPr/>
        <a:lstStyle/>
        <a:p>
          <a:endParaRPr lang="en-US"/>
        </a:p>
      </dgm:t>
    </dgm:pt>
    <dgm:pt modelId="{BF74C8BE-4752-4D93-973F-98BC34AC1025}" type="sibTrans" cxnId="{1D94AEAD-CCE6-436E-975F-CBB02C9FAEFA}">
      <dgm:prSet/>
      <dgm:spPr/>
      <dgm:t>
        <a:bodyPr/>
        <a:lstStyle/>
        <a:p>
          <a:endParaRPr lang="en-US"/>
        </a:p>
      </dgm:t>
    </dgm:pt>
    <dgm:pt modelId="{2318802E-15C9-4870-9A9E-D1830BFB34DA}">
      <dgm:prSet/>
      <dgm:spPr>
        <a:solidFill>
          <a:srgbClr val="734B67"/>
        </a:solidFill>
      </dgm:spPr>
      <dgm:t>
        <a:bodyPr/>
        <a:lstStyle/>
        <a:p>
          <a:r>
            <a:rPr lang="en-GB" dirty="0"/>
            <a:t>Increase contribution of subtype-discriminative proteins</a:t>
          </a:r>
          <a:br>
            <a:rPr lang="en-GB" dirty="0"/>
          </a:br>
          <a:endParaRPr lang="en-US" dirty="0"/>
        </a:p>
      </dgm:t>
    </dgm:pt>
    <dgm:pt modelId="{CE332317-5639-475E-BCAA-7BBF1969209C}" type="parTrans" cxnId="{4D2A818B-E4B3-43DB-8431-D51F2E59F052}">
      <dgm:prSet/>
      <dgm:spPr/>
      <dgm:t>
        <a:bodyPr/>
        <a:lstStyle/>
        <a:p>
          <a:endParaRPr lang="en-US"/>
        </a:p>
      </dgm:t>
    </dgm:pt>
    <dgm:pt modelId="{05AB52F6-734F-404C-876D-833FD3DEB15C}" type="sibTrans" cxnId="{4D2A818B-E4B3-43DB-8431-D51F2E59F052}">
      <dgm:prSet/>
      <dgm:spPr/>
      <dgm:t>
        <a:bodyPr/>
        <a:lstStyle/>
        <a:p>
          <a:endParaRPr lang="en-US"/>
        </a:p>
      </dgm:t>
    </dgm:pt>
    <dgm:pt modelId="{9E09B8E8-D4BE-4D74-9797-CA8EB96C4445}">
      <dgm:prSet/>
      <dgm:spPr>
        <a:solidFill>
          <a:srgbClr val="734B67"/>
        </a:solidFill>
      </dgm:spPr>
      <dgm:t>
        <a:bodyPr/>
        <a:lstStyle/>
        <a:p>
          <a:r>
            <a:rPr lang="en-GB" b="1"/>
            <a:t>Potential Benefits</a:t>
          </a:r>
          <a:endParaRPr lang="en-US"/>
        </a:p>
      </dgm:t>
    </dgm:pt>
    <dgm:pt modelId="{0E6D9BF5-D11D-4E1B-A1E4-8E84CDF49FDB}" type="parTrans" cxnId="{B9B1EC5A-D192-4642-9540-253A210078A4}">
      <dgm:prSet/>
      <dgm:spPr/>
      <dgm:t>
        <a:bodyPr/>
        <a:lstStyle/>
        <a:p>
          <a:endParaRPr lang="en-US"/>
        </a:p>
      </dgm:t>
    </dgm:pt>
    <dgm:pt modelId="{F29CC5EA-829B-49A1-B9A9-FD67158874E8}" type="sibTrans" cxnId="{B9B1EC5A-D192-4642-9540-253A210078A4}">
      <dgm:prSet/>
      <dgm:spPr/>
      <dgm:t>
        <a:bodyPr/>
        <a:lstStyle/>
        <a:p>
          <a:endParaRPr lang="en-US"/>
        </a:p>
      </dgm:t>
    </dgm:pt>
    <dgm:pt modelId="{ABB03716-003B-48E5-B806-6160E29991B4}">
      <dgm:prSet/>
      <dgm:spPr>
        <a:solidFill>
          <a:srgbClr val="734B67"/>
        </a:solidFill>
      </dgm:spPr>
      <dgm:t>
        <a:bodyPr/>
        <a:lstStyle/>
        <a:p>
          <a:r>
            <a:rPr lang="en-GB"/>
            <a:t>Improved internal subtype separation</a:t>
          </a:r>
          <a:endParaRPr lang="en-US"/>
        </a:p>
      </dgm:t>
    </dgm:pt>
    <dgm:pt modelId="{A73CBAF8-F9E0-4E0B-87E4-8117579F1128}" type="parTrans" cxnId="{8512F018-069C-4247-8522-E5B48E602CF1}">
      <dgm:prSet/>
      <dgm:spPr/>
      <dgm:t>
        <a:bodyPr/>
        <a:lstStyle/>
        <a:p>
          <a:endParaRPr lang="en-US"/>
        </a:p>
      </dgm:t>
    </dgm:pt>
    <dgm:pt modelId="{0C944DF1-0A40-4F2D-9FC8-1F68B84BEF09}" type="sibTrans" cxnId="{8512F018-069C-4247-8522-E5B48E602CF1}">
      <dgm:prSet/>
      <dgm:spPr/>
      <dgm:t>
        <a:bodyPr/>
        <a:lstStyle/>
        <a:p>
          <a:endParaRPr lang="en-US"/>
        </a:p>
      </dgm:t>
    </dgm:pt>
    <dgm:pt modelId="{E3EBCEA2-8CB6-411A-9906-35E5787BD31A}">
      <dgm:prSet/>
      <dgm:spPr>
        <a:solidFill>
          <a:srgbClr val="734B67"/>
        </a:solidFill>
      </dgm:spPr>
      <dgm:t>
        <a:bodyPr/>
        <a:lstStyle/>
        <a:p>
          <a:r>
            <a:rPr lang="en-GB" dirty="0"/>
            <a:t>Reduced influence of global disease effects</a:t>
          </a:r>
          <a:endParaRPr lang="en-US" dirty="0"/>
        </a:p>
      </dgm:t>
    </dgm:pt>
    <dgm:pt modelId="{79F7ADB0-71F6-4416-A22A-16E057E84A51}" type="parTrans" cxnId="{9DA54500-B48E-4FB0-9EEF-A2C8653E0337}">
      <dgm:prSet/>
      <dgm:spPr/>
      <dgm:t>
        <a:bodyPr/>
        <a:lstStyle/>
        <a:p>
          <a:endParaRPr lang="en-US"/>
        </a:p>
      </dgm:t>
    </dgm:pt>
    <dgm:pt modelId="{45CDF7C0-6BB2-46CC-B01C-28D4FF416C9D}" type="sibTrans" cxnId="{9DA54500-B48E-4FB0-9EEF-A2C8653E0337}">
      <dgm:prSet/>
      <dgm:spPr/>
      <dgm:t>
        <a:bodyPr/>
        <a:lstStyle/>
        <a:p>
          <a:endParaRPr lang="en-US"/>
        </a:p>
      </dgm:t>
    </dgm:pt>
    <dgm:pt modelId="{7D5FCCCD-7518-4221-AD90-614A18D352CC}">
      <dgm:prSet/>
      <dgm:spPr>
        <a:solidFill>
          <a:srgbClr val="734B67"/>
        </a:solidFill>
      </dgm:spPr>
      <dgm:t>
        <a:bodyPr/>
        <a:lstStyle/>
        <a:p>
          <a:r>
            <a:rPr lang="en-GB"/>
            <a:t>Greater biological specificity</a:t>
          </a:r>
          <a:endParaRPr lang="en-US"/>
        </a:p>
      </dgm:t>
    </dgm:pt>
    <dgm:pt modelId="{854BC6A3-D857-4588-8A87-6C33B20367BF}" type="parTrans" cxnId="{4F0474B3-9D5D-4DBA-97D8-18D617DFE014}">
      <dgm:prSet/>
      <dgm:spPr/>
      <dgm:t>
        <a:bodyPr/>
        <a:lstStyle/>
        <a:p>
          <a:endParaRPr lang="en-US"/>
        </a:p>
      </dgm:t>
    </dgm:pt>
    <dgm:pt modelId="{0B1BADFC-6E14-4F50-8A84-486400C2F1AA}" type="sibTrans" cxnId="{4F0474B3-9D5D-4DBA-97D8-18D617DFE014}">
      <dgm:prSet/>
      <dgm:spPr/>
      <dgm:t>
        <a:bodyPr/>
        <a:lstStyle/>
        <a:p>
          <a:endParaRPr lang="en-US"/>
        </a:p>
      </dgm:t>
    </dgm:pt>
    <dgm:pt modelId="{7E53AE4C-35BF-4843-881A-A3B717DF71B5}">
      <dgm:prSet/>
      <dgm:spPr>
        <a:solidFill>
          <a:srgbClr val="734B67"/>
        </a:solidFill>
      </dgm:spPr>
      <dgm:t>
        <a:bodyPr/>
        <a:lstStyle/>
        <a:p>
          <a:r>
            <a:rPr lang="en-GB" dirty="0"/>
            <a:t>Some proteins primarily differentiate AD vs controls,</a:t>
          </a:r>
          <a:br>
            <a:rPr lang="en-GB" dirty="0"/>
          </a:br>
          <a:r>
            <a:rPr lang="en-GB" dirty="0"/>
            <a:t>while others discriminate within AD subtypes</a:t>
          </a:r>
          <a:endParaRPr lang="en-US" dirty="0"/>
        </a:p>
      </dgm:t>
    </dgm:pt>
    <dgm:pt modelId="{53492C2A-DB7D-42A0-A661-57AFF61BB935}" type="sibTrans" cxnId="{2548A237-E5E5-4202-A785-C81CC85F65C7}">
      <dgm:prSet/>
      <dgm:spPr/>
      <dgm:t>
        <a:bodyPr/>
        <a:lstStyle/>
        <a:p>
          <a:endParaRPr lang="en-US"/>
        </a:p>
      </dgm:t>
    </dgm:pt>
    <dgm:pt modelId="{09F7D2D4-0B85-4E1B-ADFF-CC9D15107C45}" type="parTrans" cxnId="{2548A237-E5E5-4202-A785-C81CC85F65C7}">
      <dgm:prSet/>
      <dgm:spPr/>
      <dgm:t>
        <a:bodyPr/>
        <a:lstStyle/>
        <a:p>
          <a:endParaRPr lang="en-US"/>
        </a:p>
      </dgm:t>
    </dgm:pt>
    <dgm:pt modelId="{94B30689-5D78-422F-9AE3-BAE939363BC4}" type="pres">
      <dgm:prSet presAssocID="{37AAF222-000D-40C5-AF87-3CE0CB14B468}" presName="diagram" presStyleCnt="0">
        <dgm:presLayoutVars>
          <dgm:dir/>
          <dgm:resizeHandles val="exact"/>
        </dgm:presLayoutVars>
      </dgm:prSet>
      <dgm:spPr/>
    </dgm:pt>
    <dgm:pt modelId="{F1FF7CE4-0996-4C08-91A5-B0075B8F19D8}" type="pres">
      <dgm:prSet presAssocID="{F04B6BCA-BD60-4140-AFD7-833CDF76C432}" presName="node" presStyleLbl="node1" presStyleIdx="0" presStyleCnt="12">
        <dgm:presLayoutVars>
          <dgm:bulletEnabled val="1"/>
        </dgm:presLayoutVars>
      </dgm:prSet>
      <dgm:spPr/>
    </dgm:pt>
    <dgm:pt modelId="{EFD22C3F-D172-43BA-85DD-E4BCFB584CE2}" type="pres">
      <dgm:prSet presAssocID="{93CBDAAD-681C-4986-9291-DDAC4F29FEC8}" presName="sibTrans" presStyleCnt="0"/>
      <dgm:spPr/>
    </dgm:pt>
    <dgm:pt modelId="{79A14EB4-B3AC-4513-ABEC-9986E430794C}" type="pres">
      <dgm:prSet presAssocID="{241C33B9-01C9-40A4-B5BC-8D9644F59391}" presName="node" presStyleLbl="node1" presStyleIdx="1" presStyleCnt="12">
        <dgm:presLayoutVars>
          <dgm:bulletEnabled val="1"/>
        </dgm:presLayoutVars>
      </dgm:prSet>
      <dgm:spPr/>
    </dgm:pt>
    <dgm:pt modelId="{1E5695C7-B749-4462-9C92-955B9C83EBDF}" type="pres">
      <dgm:prSet presAssocID="{941AB65E-7EB8-4EC7-9E31-C136D6D4C760}" presName="sibTrans" presStyleCnt="0"/>
      <dgm:spPr/>
    </dgm:pt>
    <dgm:pt modelId="{2298F8D6-F6B8-44D0-8324-53A333AE9418}" type="pres">
      <dgm:prSet presAssocID="{7E53AE4C-35BF-4843-881A-A3B717DF71B5}" presName="node" presStyleLbl="node1" presStyleIdx="2" presStyleCnt="12">
        <dgm:presLayoutVars>
          <dgm:bulletEnabled val="1"/>
        </dgm:presLayoutVars>
      </dgm:prSet>
      <dgm:spPr/>
    </dgm:pt>
    <dgm:pt modelId="{6AFE478C-AC77-4C8F-9ECC-A491BAB36ECB}" type="pres">
      <dgm:prSet presAssocID="{53492C2A-DB7D-42A0-A661-57AFF61BB935}" presName="sibTrans" presStyleCnt="0"/>
      <dgm:spPr/>
    </dgm:pt>
    <dgm:pt modelId="{7021AF0B-11D1-4122-B6A5-478CC7D03C90}" type="pres">
      <dgm:prSet presAssocID="{DCC56794-32B1-4628-9DC4-F68E1F701F4E}" presName="node" presStyleLbl="node1" presStyleIdx="3" presStyleCnt="12">
        <dgm:presLayoutVars>
          <dgm:bulletEnabled val="1"/>
        </dgm:presLayoutVars>
      </dgm:prSet>
      <dgm:spPr/>
    </dgm:pt>
    <dgm:pt modelId="{37A7ED81-3CD0-45B2-AADC-88FB5A592815}" type="pres">
      <dgm:prSet presAssocID="{F72E4352-8E63-428F-A2A6-A7FBCDA02AF7}" presName="sibTrans" presStyleCnt="0"/>
      <dgm:spPr/>
    </dgm:pt>
    <dgm:pt modelId="{BA2A1C8E-AD5D-4D83-A916-9750FA8FF3F3}" type="pres">
      <dgm:prSet presAssocID="{3D0244C7-BA59-495C-8CE2-3F792E4F1A3A}" presName="node" presStyleLbl="node1" presStyleIdx="4" presStyleCnt="12">
        <dgm:presLayoutVars>
          <dgm:bulletEnabled val="1"/>
        </dgm:presLayoutVars>
      </dgm:prSet>
      <dgm:spPr/>
    </dgm:pt>
    <dgm:pt modelId="{43B1D1BC-217A-4326-9B86-385C3D13644D}" type="pres">
      <dgm:prSet presAssocID="{71B7B79C-00B2-41E7-A4C2-C2B179592406}" presName="sibTrans" presStyleCnt="0"/>
      <dgm:spPr/>
    </dgm:pt>
    <dgm:pt modelId="{DE465B4B-D22E-4D10-A8C8-8710283E061B}" type="pres">
      <dgm:prSet presAssocID="{A8D4028B-0001-4F91-8E4B-7DD9C990F57B}" presName="node" presStyleLbl="node1" presStyleIdx="5" presStyleCnt="12">
        <dgm:presLayoutVars>
          <dgm:bulletEnabled val="1"/>
        </dgm:presLayoutVars>
      </dgm:prSet>
      <dgm:spPr/>
    </dgm:pt>
    <dgm:pt modelId="{2DE65605-14C7-455B-97FE-46D5AD256FE7}" type="pres">
      <dgm:prSet presAssocID="{AFF36DA9-9603-486D-AFEA-9E7F499AB6B8}" presName="sibTrans" presStyleCnt="0"/>
      <dgm:spPr/>
    </dgm:pt>
    <dgm:pt modelId="{297A1FA6-08CC-49BE-BBAD-3FEF94D9C81A}" type="pres">
      <dgm:prSet presAssocID="{79233AE7-81F6-4B29-A33A-A584138C0889}" presName="node" presStyleLbl="node1" presStyleIdx="6" presStyleCnt="12">
        <dgm:presLayoutVars>
          <dgm:bulletEnabled val="1"/>
        </dgm:presLayoutVars>
      </dgm:prSet>
      <dgm:spPr/>
    </dgm:pt>
    <dgm:pt modelId="{1AAF30D7-5215-4B3A-88E4-D21C6716C82F}" type="pres">
      <dgm:prSet presAssocID="{BF74C8BE-4752-4D93-973F-98BC34AC1025}" presName="sibTrans" presStyleCnt="0"/>
      <dgm:spPr/>
    </dgm:pt>
    <dgm:pt modelId="{B12C47C1-DFA3-4A35-A324-DD790D463717}" type="pres">
      <dgm:prSet presAssocID="{2318802E-15C9-4870-9A9E-D1830BFB34DA}" presName="node" presStyleLbl="node1" presStyleIdx="7" presStyleCnt="12">
        <dgm:presLayoutVars>
          <dgm:bulletEnabled val="1"/>
        </dgm:presLayoutVars>
      </dgm:prSet>
      <dgm:spPr/>
    </dgm:pt>
    <dgm:pt modelId="{4942466D-13E1-4007-B43F-99A40DA4C6CD}" type="pres">
      <dgm:prSet presAssocID="{05AB52F6-734F-404C-876D-833FD3DEB15C}" presName="sibTrans" presStyleCnt="0"/>
      <dgm:spPr/>
    </dgm:pt>
    <dgm:pt modelId="{EE88F809-9402-4420-BE81-743012F15CA5}" type="pres">
      <dgm:prSet presAssocID="{9E09B8E8-D4BE-4D74-9797-CA8EB96C4445}" presName="node" presStyleLbl="node1" presStyleIdx="8" presStyleCnt="12">
        <dgm:presLayoutVars>
          <dgm:bulletEnabled val="1"/>
        </dgm:presLayoutVars>
      </dgm:prSet>
      <dgm:spPr/>
    </dgm:pt>
    <dgm:pt modelId="{B6706C4A-5F87-4C6D-8F99-69E7F020049E}" type="pres">
      <dgm:prSet presAssocID="{F29CC5EA-829B-49A1-B9A9-FD67158874E8}" presName="sibTrans" presStyleCnt="0"/>
      <dgm:spPr/>
    </dgm:pt>
    <dgm:pt modelId="{630E759A-6DC3-4606-9BC1-03B3292F896A}" type="pres">
      <dgm:prSet presAssocID="{ABB03716-003B-48E5-B806-6160E29991B4}" presName="node" presStyleLbl="node1" presStyleIdx="9" presStyleCnt="12">
        <dgm:presLayoutVars>
          <dgm:bulletEnabled val="1"/>
        </dgm:presLayoutVars>
      </dgm:prSet>
      <dgm:spPr/>
    </dgm:pt>
    <dgm:pt modelId="{B4883B75-52DE-473D-AF85-1F23C2F5012B}" type="pres">
      <dgm:prSet presAssocID="{0C944DF1-0A40-4F2D-9FC8-1F68B84BEF09}" presName="sibTrans" presStyleCnt="0"/>
      <dgm:spPr/>
    </dgm:pt>
    <dgm:pt modelId="{CA7AB58F-9B59-4913-BFC3-F384AAB8FAF8}" type="pres">
      <dgm:prSet presAssocID="{E3EBCEA2-8CB6-411A-9906-35E5787BD31A}" presName="node" presStyleLbl="node1" presStyleIdx="10" presStyleCnt="12">
        <dgm:presLayoutVars>
          <dgm:bulletEnabled val="1"/>
        </dgm:presLayoutVars>
      </dgm:prSet>
      <dgm:spPr/>
    </dgm:pt>
    <dgm:pt modelId="{7D2A4598-B6F1-499B-8D35-4B3F7B4AE166}" type="pres">
      <dgm:prSet presAssocID="{45CDF7C0-6BB2-46CC-B01C-28D4FF416C9D}" presName="sibTrans" presStyleCnt="0"/>
      <dgm:spPr/>
    </dgm:pt>
    <dgm:pt modelId="{C19CD59F-E431-4FB6-8110-0BBD36346DB3}" type="pres">
      <dgm:prSet presAssocID="{7D5FCCCD-7518-4221-AD90-614A18D352CC}" presName="node" presStyleLbl="node1" presStyleIdx="11" presStyleCnt="12">
        <dgm:presLayoutVars>
          <dgm:bulletEnabled val="1"/>
        </dgm:presLayoutVars>
      </dgm:prSet>
      <dgm:spPr/>
    </dgm:pt>
  </dgm:ptLst>
  <dgm:cxnLst>
    <dgm:cxn modelId="{9DA54500-B48E-4FB0-9EEF-A2C8653E0337}" srcId="{37AAF222-000D-40C5-AF87-3CE0CB14B468}" destId="{E3EBCEA2-8CB6-411A-9906-35E5787BD31A}" srcOrd="10" destOrd="0" parTransId="{79F7ADB0-71F6-4416-A22A-16E057E84A51}" sibTransId="{45CDF7C0-6BB2-46CC-B01C-28D4FF416C9D}"/>
    <dgm:cxn modelId="{30FD1C10-6063-4302-AEE3-4449D6BB8AFD}" srcId="{37AAF222-000D-40C5-AF87-3CE0CB14B468}" destId="{241C33B9-01C9-40A4-B5BC-8D9644F59391}" srcOrd="1" destOrd="0" parTransId="{11616176-4646-497A-BFD0-621A55590FB4}" sibTransId="{941AB65E-7EB8-4EC7-9E31-C136D6D4C760}"/>
    <dgm:cxn modelId="{A20EA811-1308-4014-8DEC-D96B5756DFC2}" srcId="{37AAF222-000D-40C5-AF87-3CE0CB14B468}" destId="{A8D4028B-0001-4F91-8E4B-7DD9C990F57B}" srcOrd="5" destOrd="0" parTransId="{34B6B9FF-47A2-4718-B880-319793604E04}" sibTransId="{AFF36DA9-9603-486D-AFEA-9E7F499AB6B8}"/>
    <dgm:cxn modelId="{8512F018-069C-4247-8522-E5B48E602CF1}" srcId="{37AAF222-000D-40C5-AF87-3CE0CB14B468}" destId="{ABB03716-003B-48E5-B806-6160E29991B4}" srcOrd="9" destOrd="0" parTransId="{A73CBAF8-F9E0-4E0B-87E4-8117579F1128}" sibTransId="{0C944DF1-0A40-4F2D-9FC8-1F68B84BEF09}"/>
    <dgm:cxn modelId="{8067531D-73A5-4784-8574-7F8E1728ACD9}" type="presOf" srcId="{37AAF222-000D-40C5-AF87-3CE0CB14B468}" destId="{94B30689-5D78-422F-9AE3-BAE939363BC4}" srcOrd="0" destOrd="0" presId="urn:microsoft.com/office/officeart/2005/8/layout/default"/>
    <dgm:cxn modelId="{F6A57C24-9F2C-44A7-B975-AC41DD6EFB51}" type="presOf" srcId="{A8D4028B-0001-4F91-8E4B-7DD9C990F57B}" destId="{DE465B4B-D22E-4D10-A8C8-8710283E061B}" srcOrd="0" destOrd="0" presId="urn:microsoft.com/office/officeart/2005/8/layout/default"/>
    <dgm:cxn modelId="{0CAF0C2D-6CDE-450F-80A1-933279033FC1}" type="presOf" srcId="{F04B6BCA-BD60-4140-AFD7-833CDF76C432}" destId="{F1FF7CE4-0996-4C08-91A5-B0075B8F19D8}" srcOrd="0" destOrd="0" presId="urn:microsoft.com/office/officeart/2005/8/layout/default"/>
    <dgm:cxn modelId="{2548A237-E5E5-4202-A785-C81CC85F65C7}" srcId="{37AAF222-000D-40C5-AF87-3CE0CB14B468}" destId="{7E53AE4C-35BF-4843-881A-A3B717DF71B5}" srcOrd="2" destOrd="0" parTransId="{09F7D2D4-0B85-4E1B-ADFF-CC9D15107C45}" sibTransId="{53492C2A-DB7D-42A0-A661-57AFF61BB935}"/>
    <dgm:cxn modelId="{02C16D40-FE35-40FA-AEDA-F80C1FDA643B}" type="presOf" srcId="{E3EBCEA2-8CB6-411A-9906-35E5787BD31A}" destId="{CA7AB58F-9B59-4913-BFC3-F384AAB8FAF8}" srcOrd="0" destOrd="0" presId="urn:microsoft.com/office/officeart/2005/8/layout/default"/>
    <dgm:cxn modelId="{72CD6D5D-7890-47EA-9727-58AD2BBDCB66}" srcId="{37AAF222-000D-40C5-AF87-3CE0CB14B468}" destId="{DCC56794-32B1-4628-9DC4-F68E1F701F4E}" srcOrd="3" destOrd="0" parTransId="{72A94839-5891-4063-8BEA-024A5E472463}" sibTransId="{F72E4352-8E63-428F-A2A6-A7FBCDA02AF7}"/>
    <dgm:cxn modelId="{20CB104D-2D8B-4ED6-A871-1486F2C23B14}" type="presOf" srcId="{241C33B9-01C9-40A4-B5BC-8D9644F59391}" destId="{79A14EB4-B3AC-4513-ABEC-9986E430794C}" srcOrd="0" destOrd="0" presId="urn:microsoft.com/office/officeart/2005/8/layout/default"/>
    <dgm:cxn modelId="{B9B1EC5A-D192-4642-9540-253A210078A4}" srcId="{37AAF222-000D-40C5-AF87-3CE0CB14B468}" destId="{9E09B8E8-D4BE-4D74-9797-CA8EB96C4445}" srcOrd="8" destOrd="0" parTransId="{0E6D9BF5-D11D-4E1B-A1E4-8E84CDF49FDB}" sibTransId="{F29CC5EA-829B-49A1-B9A9-FD67158874E8}"/>
    <dgm:cxn modelId="{C0ECDE81-11D6-4E36-A2F0-A2720F22B57A}" type="presOf" srcId="{2318802E-15C9-4870-9A9E-D1830BFB34DA}" destId="{B12C47C1-DFA3-4A35-A324-DD790D463717}" srcOrd="0" destOrd="0" presId="urn:microsoft.com/office/officeart/2005/8/layout/default"/>
    <dgm:cxn modelId="{4D2A818B-E4B3-43DB-8431-D51F2E59F052}" srcId="{37AAF222-000D-40C5-AF87-3CE0CB14B468}" destId="{2318802E-15C9-4870-9A9E-D1830BFB34DA}" srcOrd="7" destOrd="0" parTransId="{CE332317-5639-475E-BCAA-7BBF1969209C}" sibTransId="{05AB52F6-734F-404C-876D-833FD3DEB15C}"/>
    <dgm:cxn modelId="{1D94AEAD-CCE6-436E-975F-CBB02C9FAEFA}" srcId="{37AAF222-000D-40C5-AF87-3CE0CB14B468}" destId="{79233AE7-81F6-4B29-A33A-A584138C0889}" srcOrd="6" destOrd="0" parTransId="{1280A0C4-C8DB-42CE-8B2D-0353CEC6567B}" sibTransId="{BF74C8BE-4752-4D93-973F-98BC34AC1025}"/>
    <dgm:cxn modelId="{ECA82DB0-331B-43CB-BBE8-EFEFCAE72925}" srcId="{37AAF222-000D-40C5-AF87-3CE0CB14B468}" destId="{3D0244C7-BA59-495C-8CE2-3F792E4F1A3A}" srcOrd="4" destOrd="0" parTransId="{CE94771A-88A6-44BB-996F-308E8E1F7FB3}" sibTransId="{71B7B79C-00B2-41E7-A4C2-C2B179592406}"/>
    <dgm:cxn modelId="{4F0474B3-9D5D-4DBA-97D8-18D617DFE014}" srcId="{37AAF222-000D-40C5-AF87-3CE0CB14B468}" destId="{7D5FCCCD-7518-4221-AD90-614A18D352CC}" srcOrd="11" destOrd="0" parTransId="{854BC6A3-D857-4588-8A87-6C33B20367BF}" sibTransId="{0B1BADFC-6E14-4F50-8A84-486400C2F1AA}"/>
    <dgm:cxn modelId="{82B423B7-E421-4994-9B0D-A1E986F8DEFF}" type="presOf" srcId="{7E53AE4C-35BF-4843-881A-A3B717DF71B5}" destId="{2298F8D6-F6B8-44D0-8324-53A333AE9418}" srcOrd="0" destOrd="0" presId="urn:microsoft.com/office/officeart/2005/8/layout/default"/>
    <dgm:cxn modelId="{12A340BB-70BE-44D3-B08B-4B231144B251}" type="presOf" srcId="{7D5FCCCD-7518-4221-AD90-614A18D352CC}" destId="{C19CD59F-E431-4FB6-8110-0BBD36346DB3}" srcOrd="0" destOrd="0" presId="urn:microsoft.com/office/officeart/2005/8/layout/default"/>
    <dgm:cxn modelId="{EC1F13BF-1552-4A4B-822F-2569E7F66499}" type="presOf" srcId="{3D0244C7-BA59-495C-8CE2-3F792E4F1A3A}" destId="{BA2A1C8E-AD5D-4D83-A916-9750FA8FF3F3}" srcOrd="0" destOrd="0" presId="urn:microsoft.com/office/officeart/2005/8/layout/default"/>
    <dgm:cxn modelId="{D961D5BF-ED1C-44AC-B0AC-3C22B13F18E2}" type="presOf" srcId="{ABB03716-003B-48E5-B806-6160E29991B4}" destId="{630E759A-6DC3-4606-9BC1-03B3292F896A}" srcOrd="0" destOrd="0" presId="urn:microsoft.com/office/officeart/2005/8/layout/default"/>
    <dgm:cxn modelId="{527820D9-8A27-4045-9D35-E8CA920436F2}" type="presOf" srcId="{9E09B8E8-D4BE-4D74-9797-CA8EB96C4445}" destId="{EE88F809-9402-4420-BE81-743012F15CA5}" srcOrd="0" destOrd="0" presId="urn:microsoft.com/office/officeart/2005/8/layout/default"/>
    <dgm:cxn modelId="{8906F2DB-088D-431B-8316-94C6040425D5}" type="presOf" srcId="{DCC56794-32B1-4628-9DC4-F68E1F701F4E}" destId="{7021AF0B-11D1-4122-B6A5-478CC7D03C90}" srcOrd="0" destOrd="0" presId="urn:microsoft.com/office/officeart/2005/8/layout/default"/>
    <dgm:cxn modelId="{526DE7E2-5D48-4575-906D-96CA49373F3E}" type="presOf" srcId="{79233AE7-81F6-4B29-A33A-A584138C0889}" destId="{297A1FA6-08CC-49BE-BBAD-3FEF94D9C81A}" srcOrd="0" destOrd="0" presId="urn:microsoft.com/office/officeart/2005/8/layout/default"/>
    <dgm:cxn modelId="{540EEAF5-56BD-4452-A456-2B673D6FFDE4}" srcId="{37AAF222-000D-40C5-AF87-3CE0CB14B468}" destId="{F04B6BCA-BD60-4140-AFD7-833CDF76C432}" srcOrd="0" destOrd="0" parTransId="{047E6891-25FF-4DCE-A514-A1823B3F389E}" sibTransId="{93CBDAAD-681C-4986-9291-DDAC4F29FEC8}"/>
    <dgm:cxn modelId="{DD44F687-3420-4FE2-A492-C7F3593D3E5A}" type="presParOf" srcId="{94B30689-5D78-422F-9AE3-BAE939363BC4}" destId="{F1FF7CE4-0996-4C08-91A5-B0075B8F19D8}" srcOrd="0" destOrd="0" presId="urn:microsoft.com/office/officeart/2005/8/layout/default"/>
    <dgm:cxn modelId="{40B5E810-AB56-41B5-A989-DDE0315BDD3E}" type="presParOf" srcId="{94B30689-5D78-422F-9AE3-BAE939363BC4}" destId="{EFD22C3F-D172-43BA-85DD-E4BCFB584CE2}" srcOrd="1" destOrd="0" presId="urn:microsoft.com/office/officeart/2005/8/layout/default"/>
    <dgm:cxn modelId="{8156A60D-5FB3-482F-A9EB-9D49BF204503}" type="presParOf" srcId="{94B30689-5D78-422F-9AE3-BAE939363BC4}" destId="{79A14EB4-B3AC-4513-ABEC-9986E430794C}" srcOrd="2" destOrd="0" presId="urn:microsoft.com/office/officeart/2005/8/layout/default"/>
    <dgm:cxn modelId="{AFDBAA04-52A1-4CAF-92AE-0E5989308879}" type="presParOf" srcId="{94B30689-5D78-422F-9AE3-BAE939363BC4}" destId="{1E5695C7-B749-4462-9C92-955B9C83EBDF}" srcOrd="3" destOrd="0" presId="urn:microsoft.com/office/officeart/2005/8/layout/default"/>
    <dgm:cxn modelId="{EB0045FE-11EC-451F-B118-815D85F6B50B}" type="presParOf" srcId="{94B30689-5D78-422F-9AE3-BAE939363BC4}" destId="{2298F8D6-F6B8-44D0-8324-53A333AE9418}" srcOrd="4" destOrd="0" presId="urn:microsoft.com/office/officeart/2005/8/layout/default"/>
    <dgm:cxn modelId="{049FEBFD-4B56-41AE-88B9-C136ECAC4716}" type="presParOf" srcId="{94B30689-5D78-422F-9AE3-BAE939363BC4}" destId="{6AFE478C-AC77-4C8F-9ECC-A491BAB36ECB}" srcOrd="5" destOrd="0" presId="urn:microsoft.com/office/officeart/2005/8/layout/default"/>
    <dgm:cxn modelId="{431029D4-5957-4E76-87C4-1E1419D70721}" type="presParOf" srcId="{94B30689-5D78-422F-9AE3-BAE939363BC4}" destId="{7021AF0B-11D1-4122-B6A5-478CC7D03C90}" srcOrd="6" destOrd="0" presId="urn:microsoft.com/office/officeart/2005/8/layout/default"/>
    <dgm:cxn modelId="{671FC971-9427-4981-B48D-8FABA6C1AFEE}" type="presParOf" srcId="{94B30689-5D78-422F-9AE3-BAE939363BC4}" destId="{37A7ED81-3CD0-45B2-AADC-88FB5A592815}" srcOrd="7" destOrd="0" presId="urn:microsoft.com/office/officeart/2005/8/layout/default"/>
    <dgm:cxn modelId="{DFC7AEA8-BE08-444B-9C29-36F855DD7B7D}" type="presParOf" srcId="{94B30689-5D78-422F-9AE3-BAE939363BC4}" destId="{BA2A1C8E-AD5D-4D83-A916-9750FA8FF3F3}" srcOrd="8" destOrd="0" presId="urn:microsoft.com/office/officeart/2005/8/layout/default"/>
    <dgm:cxn modelId="{92F2C419-6FCE-41EC-B2B9-49A3F6BC73CC}" type="presParOf" srcId="{94B30689-5D78-422F-9AE3-BAE939363BC4}" destId="{43B1D1BC-217A-4326-9B86-385C3D13644D}" srcOrd="9" destOrd="0" presId="urn:microsoft.com/office/officeart/2005/8/layout/default"/>
    <dgm:cxn modelId="{C72E0DF5-232C-46E1-B166-A8A5B7083997}" type="presParOf" srcId="{94B30689-5D78-422F-9AE3-BAE939363BC4}" destId="{DE465B4B-D22E-4D10-A8C8-8710283E061B}" srcOrd="10" destOrd="0" presId="urn:microsoft.com/office/officeart/2005/8/layout/default"/>
    <dgm:cxn modelId="{D432DAD5-BC86-488A-959F-C98E11202554}" type="presParOf" srcId="{94B30689-5D78-422F-9AE3-BAE939363BC4}" destId="{2DE65605-14C7-455B-97FE-46D5AD256FE7}" srcOrd="11" destOrd="0" presId="urn:microsoft.com/office/officeart/2005/8/layout/default"/>
    <dgm:cxn modelId="{06115E32-9E5A-4E86-8648-E6B1354762D2}" type="presParOf" srcId="{94B30689-5D78-422F-9AE3-BAE939363BC4}" destId="{297A1FA6-08CC-49BE-BBAD-3FEF94D9C81A}" srcOrd="12" destOrd="0" presId="urn:microsoft.com/office/officeart/2005/8/layout/default"/>
    <dgm:cxn modelId="{C3486051-C5C3-4477-991E-04985FEE9AAA}" type="presParOf" srcId="{94B30689-5D78-422F-9AE3-BAE939363BC4}" destId="{1AAF30D7-5215-4B3A-88E4-D21C6716C82F}" srcOrd="13" destOrd="0" presId="urn:microsoft.com/office/officeart/2005/8/layout/default"/>
    <dgm:cxn modelId="{42DC6362-60B3-4CA4-877F-F3A3604150AD}" type="presParOf" srcId="{94B30689-5D78-422F-9AE3-BAE939363BC4}" destId="{B12C47C1-DFA3-4A35-A324-DD790D463717}" srcOrd="14" destOrd="0" presId="urn:microsoft.com/office/officeart/2005/8/layout/default"/>
    <dgm:cxn modelId="{476B798B-8784-4380-9094-54185DE40D95}" type="presParOf" srcId="{94B30689-5D78-422F-9AE3-BAE939363BC4}" destId="{4942466D-13E1-4007-B43F-99A40DA4C6CD}" srcOrd="15" destOrd="0" presId="urn:microsoft.com/office/officeart/2005/8/layout/default"/>
    <dgm:cxn modelId="{16204CAD-08F0-48E0-A59D-11BC9A1C91BB}" type="presParOf" srcId="{94B30689-5D78-422F-9AE3-BAE939363BC4}" destId="{EE88F809-9402-4420-BE81-743012F15CA5}" srcOrd="16" destOrd="0" presId="urn:microsoft.com/office/officeart/2005/8/layout/default"/>
    <dgm:cxn modelId="{B905133C-A674-4010-B250-71410AF8DFBA}" type="presParOf" srcId="{94B30689-5D78-422F-9AE3-BAE939363BC4}" destId="{B6706C4A-5F87-4C6D-8F99-69E7F020049E}" srcOrd="17" destOrd="0" presId="urn:microsoft.com/office/officeart/2005/8/layout/default"/>
    <dgm:cxn modelId="{16B314F2-E471-4C68-A779-85F25D06877A}" type="presParOf" srcId="{94B30689-5D78-422F-9AE3-BAE939363BC4}" destId="{630E759A-6DC3-4606-9BC1-03B3292F896A}" srcOrd="18" destOrd="0" presId="urn:microsoft.com/office/officeart/2005/8/layout/default"/>
    <dgm:cxn modelId="{230387F4-4666-4446-A018-A76565761F39}" type="presParOf" srcId="{94B30689-5D78-422F-9AE3-BAE939363BC4}" destId="{B4883B75-52DE-473D-AF85-1F23C2F5012B}" srcOrd="19" destOrd="0" presId="urn:microsoft.com/office/officeart/2005/8/layout/default"/>
    <dgm:cxn modelId="{262CE5F1-9FD5-4AD9-ADA1-69407420CA54}" type="presParOf" srcId="{94B30689-5D78-422F-9AE3-BAE939363BC4}" destId="{CA7AB58F-9B59-4913-BFC3-F384AAB8FAF8}" srcOrd="20" destOrd="0" presId="urn:microsoft.com/office/officeart/2005/8/layout/default"/>
    <dgm:cxn modelId="{BB9A4747-E739-4277-9BCC-2EB1513A5906}" type="presParOf" srcId="{94B30689-5D78-422F-9AE3-BAE939363BC4}" destId="{7D2A4598-B6F1-499B-8D35-4B3F7B4AE166}" srcOrd="21" destOrd="0" presId="urn:microsoft.com/office/officeart/2005/8/layout/default"/>
    <dgm:cxn modelId="{24F83634-A05C-4943-8346-B44F6A622684}" type="presParOf" srcId="{94B30689-5D78-422F-9AE3-BAE939363BC4}" destId="{C19CD59F-E431-4FB6-8110-0BBD36346DB3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05AF7F4-68C8-402A-A5AD-3E55828576B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9AF884-1CC7-4398-B8F4-B038CC4F8DDF}">
      <dgm:prSet/>
      <dgm:spPr/>
      <dgm:t>
        <a:bodyPr/>
        <a:lstStyle/>
        <a:p>
          <a:r>
            <a:rPr lang="en-GB" b="1"/>
            <a:t>Proposed Approach</a:t>
          </a:r>
          <a:endParaRPr lang="en-US"/>
        </a:p>
      </dgm:t>
    </dgm:pt>
    <dgm:pt modelId="{A6567BD1-B2E9-43E9-94A7-666B4F6AB820}" type="parTrans" cxnId="{020CCB7E-FF93-4192-BE2A-C0796FAAE767}">
      <dgm:prSet/>
      <dgm:spPr/>
      <dgm:t>
        <a:bodyPr/>
        <a:lstStyle/>
        <a:p>
          <a:endParaRPr lang="en-US"/>
        </a:p>
      </dgm:t>
    </dgm:pt>
    <dgm:pt modelId="{1062CD55-D16B-4450-87F9-5B35B5A799DC}" type="sibTrans" cxnId="{020CCB7E-FF93-4192-BE2A-C0796FAAE767}">
      <dgm:prSet/>
      <dgm:spPr/>
      <dgm:t>
        <a:bodyPr/>
        <a:lstStyle/>
        <a:p>
          <a:endParaRPr lang="en-US"/>
        </a:p>
      </dgm:t>
    </dgm:pt>
    <dgm:pt modelId="{A9D128F6-37B4-493A-AC22-C0CB690BAFD0}">
      <dgm:prSet/>
      <dgm:spPr/>
      <dgm:t>
        <a:bodyPr/>
        <a:lstStyle/>
        <a:p>
          <a:r>
            <a:rPr lang="en-GB"/>
            <a:t>Apply the same clustering model</a:t>
          </a:r>
          <a:endParaRPr lang="en-US"/>
        </a:p>
      </dgm:t>
    </dgm:pt>
    <dgm:pt modelId="{86ACC8BA-9140-450F-9A71-BCAF3D98C6F2}" type="parTrans" cxnId="{B7A87537-4FC6-4BB2-9FB3-15460EDBF0AD}">
      <dgm:prSet/>
      <dgm:spPr/>
      <dgm:t>
        <a:bodyPr/>
        <a:lstStyle/>
        <a:p>
          <a:endParaRPr lang="en-US"/>
        </a:p>
      </dgm:t>
    </dgm:pt>
    <dgm:pt modelId="{02E7057B-7E8D-408E-AFC4-E4A888C05219}" type="sibTrans" cxnId="{B7A87537-4FC6-4BB2-9FB3-15460EDBF0AD}">
      <dgm:prSet/>
      <dgm:spPr/>
      <dgm:t>
        <a:bodyPr/>
        <a:lstStyle/>
        <a:p>
          <a:endParaRPr lang="en-US"/>
        </a:p>
      </dgm:t>
    </dgm:pt>
    <dgm:pt modelId="{3DAB6FFF-99F5-4978-B902-9996716F0AA8}">
      <dgm:prSet/>
      <dgm:spPr/>
      <dgm:t>
        <a:bodyPr/>
        <a:lstStyle/>
        <a:p>
          <a:r>
            <a:rPr lang="en-GB"/>
            <a:t>On follow-up samples from the same individuals</a:t>
          </a:r>
          <a:endParaRPr lang="en-US"/>
        </a:p>
      </dgm:t>
    </dgm:pt>
    <dgm:pt modelId="{5FF2BD4A-2341-481A-97E6-5DCE6279F969}" type="parTrans" cxnId="{29EDB8C2-5993-4A6F-B25F-E6B4879D0522}">
      <dgm:prSet/>
      <dgm:spPr/>
      <dgm:t>
        <a:bodyPr/>
        <a:lstStyle/>
        <a:p>
          <a:endParaRPr lang="en-US"/>
        </a:p>
      </dgm:t>
    </dgm:pt>
    <dgm:pt modelId="{5894A84A-CA92-411E-A67F-A93D7AE68580}" type="sibTrans" cxnId="{29EDB8C2-5993-4A6F-B25F-E6B4879D0522}">
      <dgm:prSet/>
      <dgm:spPr/>
      <dgm:t>
        <a:bodyPr/>
        <a:lstStyle/>
        <a:p>
          <a:endParaRPr lang="en-US"/>
        </a:p>
      </dgm:t>
    </dgm:pt>
    <dgm:pt modelId="{872D7E24-AFC2-4C11-BEE4-1DC8AF62D8C9}">
      <dgm:prSet/>
      <dgm:spPr/>
      <dgm:t>
        <a:bodyPr/>
        <a:lstStyle/>
        <a:p>
          <a:r>
            <a:rPr lang="en-GB"/>
            <a:t>At a later disease stage</a:t>
          </a:r>
          <a:endParaRPr lang="en-US"/>
        </a:p>
      </dgm:t>
    </dgm:pt>
    <dgm:pt modelId="{7262CA1D-682C-410A-A124-D1447CDA6653}" type="parTrans" cxnId="{D4CE7D2E-52FE-43E5-BEEE-4FFBCD35F27A}">
      <dgm:prSet/>
      <dgm:spPr/>
      <dgm:t>
        <a:bodyPr/>
        <a:lstStyle/>
        <a:p>
          <a:endParaRPr lang="en-US"/>
        </a:p>
      </dgm:t>
    </dgm:pt>
    <dgm:pt modelId="{9E0A6941-2567-4D25-A9AD-BF6ADC081A70}" type="sibTrans" cxnId="{D4CE7D2E-52FE-43E5-BEEE-4FFBCD35F27A}">
      <dgm:prSet/>
      <dgm:spPr/>
      <dgm:t>
        <a:bodyPr/>
        <a:lstStyle/>
        <a:p>
          <a:endParaRPr lang="en-US"/>
        </a:p>
      </dgm:t>
    </dgm:pt>
    <dgm:pt modelId="{58129EC9-D79B-46A7-BB99-1F675E816067}">
      <dgm:prSet/>
      <dgm:spPr/>
      <dgm:t>
        <a:bodyPr/>
        <a:lstStyle/>
        <a:p>
          <a:r>
            <a:rPr lang="en-GB" b="1"/>
            <a:t>Expected Outcome</a:t>
          </a:r>
          <a:endParaRPr lang="en-US"/>
        </a:p>
      </dgm:t>
    </dgm:pt>
    <dgm:pt modelId="{EAA55787-B43A-4955-A24F-A7697ADD263F}" type="parTrans" cxnId="{FBBA5869-A550-46C7-B289-CB24C850F864}">
      <dgm:prSet/>
      <dgm:spPr/>
      <dgm:t>
        <a:bodyPr/>
        <a:lstStyle/>
        <a:p>
          <a:endParaRPr lang="en-US"/>
        </a:p>
      </dgm:t>
    </dgm:pt>
    <dgm:pt modelId="{141CDE92-A517-4855-8D9F-21F96133D791}" type="sibTrans" cxnId="{FBBA5869-A550-46C7-B289-CB24C850F864}">
      <dgm:prSet/>
      <dgm:spPr/>
      <dgm:t>
        <a:bodyPr/>
        <a:lstStyle/>
        <a:p>
          <a:endParaRPr lang="en-US"/>
        </a:p>
      </dgm:t>
    </dgm:pt>
    <dgm:pt modelId="{C42E00BB-7ADF-409B-BBA8-AB82F46C2B0D}">
      <dgm:prSet/>
      <dgm:spPr/>
      <dgm:t>
        <a:bodyPr/>
        <a:lstStyle/>
        <a:p>
          <a:r>
            <a:rPr lang="en-GB"/>
            <a:t>If subtype structure remains consistent →</a:t>
          </a:r>
          <a:br>
            <a:rPr lang="en-GB"/>
          </a:br>
          <a:r>
            <a:rPr lang="en-GB"/>
            <a:t>Evidence of biological robustness</a:t>
          </a:r>
          <a:endParaRPr lang="en-US"/>
        </a:p>
      </dgm:t>
    </dgm:pt>
    <dgm:pt modelId="{694E11EA-1D1A-4D24-901C-124C86118DFA}" type="parTrans" cxnId="{3A0028D1-52A2-4EE1-AAC6-CE53A2ADEBC3}">
      <dgm:prSet/>
      <dgm:spPr/>
      <dgm:t>
        <a:bodyPr/>
        <a:lstStyle/>
        <a:p>
          <a:endParaRPr lang="en-US"/>
        </a:p>
      </dgm:t>
    </dgm:pt>
    <dgm:pt modelId="{475B6A05-6EDD-4FB6-8638-BC56536C7B67}" type="sibTrans" cxnId="{3A0028D1-52A2-4EE1-AAC6-CE53A2ADEBC3}">
      <dgm:prSet/>
      <dgm:spPr/>
      <dgm:t>
        <a:bodyPr/>
        <a:lstStyle/>
        <a:p>
          <a:endParaRPr lang="en-US"/>
        </a:p>
      </dgm:t>
    </dgm:pt>
    <dgm:pt modelId="{7A5A9376-A82A-4D53-8957-71533BC894B9}">
      <dgm:prSet/>
      <dgm:spPr/>
      <dgm:t>
        <a:bodyPr/>
        <a:lstStyle/>
        <a:p>
          <a:r>
            <a:rPr lang="en-GB"/>
            <a:t>If subtype structure changes →</a:t>
          </a:r>
          <a:br>
            <a:rPr lang="en-GB"/>
          </a:br>
          <a:r>
            <a:rPr lang="en-GB"/>
            <a:t>Subtypes may reflect dynamic disease states</a:t>
          </a:r>
          <a:endParaRPr lang="en-US"/>
        </a:p>
      </dgm:t>
    </dgm:pt>
    <dgm:pt modelId="{292CA0E2-8BD1-4D56-A4B0-C2DC091F9DC0}" type="parTrans" cxnId="{D1BE3DA6-97B9-4482-A70A-C932D0DE09DD}">
      <dgm:prSet/>
      <dgm:spPr/>
      <dgm:t>
        <a:bodyPr/>
        <a:lstStyle/>
        <a:p>
          <a:endParaRPr lang="en-US"/>
        </a:p>
      </dgm:t>
    </dgm:pt>
    <dgm:pt modelId="{6B4A9AA6-DC5A-4992-9D82-192256344B59}" type="sibTrans" cxnId="{D1BE3DA6-97B9-4482-A70A-C932D0DE09DD}">
      <dgm:prSet/>
      <dgm:spPr/>
      <dgm:t>
        <a:bodyPr/>
        <a:lstStyle/>
        <a:p>
          <a:endParaRPr lang="en-US"/>
        </a:p>
      </dgm:t>
    </dgm:pt>
    <dgm:pt modelId="{B3623747-4062-4A5D-A8AA-B561DCC3BC60}" type="pres">
      <dgm:prSet presAssocID="{405AF7F4-68C8-402A-A5AD-3E55828576B8}" presName="vert0" presStyleCnt="0">
        <dgm:presLayoutVars>
          <dgm:dir/>
          <dgm:animOne val="branch"/>
          <dgm:animLvl val="lvl"/>
        </dgm:presLayoutVars>
      </dgm:prSet>
      <dgm:spPr/>
    </dgm:pt>
    <dgm:pt modelId="{FAA97D6E-7C79-47DB-8216-61BF8FD4C337}" type="pres">
      <dgm:prSet presAssocID="{0B9AF884-1CC7-4398-B8F4-B038CC4F8DDF}" presName="thickLine" presStyleLbl="alignNode1" presStyleIdx="0" presStyleCnt="7"/>
      <dgm:spPr/>
    </dgm:pt>
    <dgm:pt modelId="{153D10B9-D91B-47C8-B56E-B3BA7D3E2B20}" type="pres">
      <dgm:prSet presAssocID="{0B9AF884-1CC7-4398-B8F4-B038CC4F8DDF}" presName="horz1" presStyleCnt="0"/>
      <dgm:spPr/>
    </dgm:pt>
    <dgm:pt modelId="{F5A767E9-940F-490D-9719-8BD8698A451C}" type="pres">
      <dgm:prSet presAssocID="{0B9AF884-1CC7-4398-B8F4-B038CC4F8DDF}" presName="tx1" presStyleLbl="revTx" presStyleIdx="0" presStyleCnt="7"/>
      <dgm:spPr/>
    </dgm:pt>
    <dgm:pt modelId="{2BA56D13-5318-4A9D-844D-D955CEBCCBAD}" type="pres">
      <dgm:prSet presAssocID="{0B9AF884-1CC7-4398-B8F4-B038CC4F8DDF}" presName="vert1" presStyleCnt="0"/>
      <dgm:spPr/>
    </dgm:pt>
    <dgm:pt modelId="{6CD3DB5A-9EC2-46BC-96A8-EACF5C04DC06}" type="pres">
      <dgm:prSet presAssocID="{A9D128F6-37B4-493A-AC22-C0CB690BAFD0}" presName="thickLine" presStyleLbl="alignNode1" presStyleIdx="1" presStyleCnt="7"/>
      <dgm:spPr/>
    </dgm:pt>
    <dgm:pt modelId="{FB0CD76F-BBBF-4BF5-9701-D6E6C1EFCEE0}" type="pres">
      <dgm:prSet presAssocID="{A9D128F6-37B4-493A-AC22-C0CB690BAFD0}" presName="horz1" presStyleCnt="0"/>
      <dgm:spPr/>
    </dgm:pt>
    <dgm:pt modelId="{E1E0092E-5C23-4FB8-B853-C3B1D59E9A6D}" type="pres">
      <dgm:prSet presAssocID="{A9D128F6-37B4-493A-AC22-C0CB690BAFD0}" presName="tx1" presStyleLbl="revTx" presStyleIdx="1" presStyleCnt="7"/>
      <dgm:spPr/>
    </dgm:pt>
    <dgm:pt modelId="{1ED3326C-A507-4856-A43B-735DCEA6ED64}" type="pres">
      <dgm:prSet presAssocID="{A9D128F6-37B4-493A-AC22-C0CB690BAFD0}" presName="vert1" presStyleCnt="0"/>
      <dgm:spPr/>
    </dgm:pt>
    <dgm:pt modelId="{FE740ABB-70A1-47D6-9412-C0B5AE02C2AE}" type="pres">
      <dgm:prSet presAssocID="{3DAB6FFF-99F5-4978-B902-9996716F0AA8}" presName="thickLine" presStyleLbl="alignNode1" presStyleIdx="2" presStyleCnt="7"/>
      <dgm:spPr/>
    </dgm:pt>
    <dgm:pt modelId="{B62912F1-BE5F-4C44-A7DC-79919A87833A}" type="pres">
      <dgm:prSet presAssocID="{3DAB6FFF-99F5-4978-B902-9996716F0AA8}" presName="horz1" presStyleCnt="0"/>
      <dgm:spPr/>
    </dgm:pt>
    <dgm:pt modelId="{D4DFEB16-BFB3-4D84-9B61-A9D1A8A829C0}" type="pres">
      <dgm:prSet presAssocID="{3DAB6FFF-99F5-4978-B902-9996716F0AA8}" presName="tx1" presStyleLbl="revTx" presStyleIdx="2" presStyleCnt="7"/>
      <dgm:spPr/>
    </dgm:pt>
    <dgm:pt modelId="{593D0B11-0B6E-4997-95F8-508744C4FBC8}" type="pres">
      <dgm:prSet presAssocID="{3DAB6FFF-99F5-4978-B902-9996716F0AA8}" presName="vert1" presStyleCnt="0"/>
      <dgm:spPr/>
    </dgm:pt>
    <dgm:pt modelId="{9606F596-DEFE-4C4E-AAC8-386A0DD5AFE1}" type="pres">
      <dgm:prSet presAssocID="{872D7E24-AFC2-4C11-BEE4-1DC8AF62D8C9}" presName="thickLine" presStyleLbl="alignNode1" presStyleIdx="3" presStyleCnt="7"/>
      <dgm:spPr/>
    </dgm:pt>
    <dgm:pt modelId="{07B71D76-A8D7-44D6-B0E9-2D2CB54BC4FE}" type="pres">
      <dgm:prSet presAssocID="{872D7E24-AFC2-4C11-BEE4-1DC8AF62D8C9}" presName="horz1" presStyleCnt="0"/>
      <dgm:spPr/>
    </dgm:pt>
    <dgm:pt modelId="{368D8515-8917-4D03-8501-A38FE25F8942}" type="pres">
      <dgm:prSet presAssocID="{872D7E24-AFC2-4C11-BEE4-1DC8AF62D8C9}" presName="tx1" presStyleLbl="revTx" presStyleIdx="3" presStyleCnt="7"/>
      <dgm:spPr/>
    </dgm:pt>
    <dgm:pt modelId="{D6B8A091-59E3-40AF-A04E-B6FB9F98944B}" type="pres">
      <dgm:prSet presAssocID="{872D7E24-AFC2-4C11-BEE4-1DC8AF62D8C9}" presName="vert1" presStyleCnt="0"/>
      <dgm:spPr/>
    </dgm:pt>
    <dgm:pt modelId="{5C22CADD-FFE3-4C11-A1A5-F90AD3B17A33}" type="pres">
      <dgm:prSet presAssocID="{58129EC9-D79B-46A7-BB99-1F675E816067}" presName="thickLine" presStyleLbl="alignNode1" presStyleIdx="4" presStyleCnt="7"/>
      <dgm:spPr/>
    </dgm:pt>
    <dgm:pt modelId="{DC043A74-FEC4-4B51-B698-8A4D17C52EEC}" type="pres">
      <dgm:prSet presAssocID="{58129EC9-D79B-46A7-BB99-1F675E816067}" presName="horz1" presStyleCnt="0"/>
      <dgm:spPr/>
    </dgm:pt>
    <dgm:pt modelId="{6004C648-4B6B-4C3C-A2E2-BB3D8B791A7C}" type="pres">
      <dgm:prSet presAssocID="{58129EC9-D79B-46A7-BB99-1F675E816067}" presName="tx1" presStyleLbl="revTx" presStyleIdx="4" presStyleCnt="7"/>
      <dgm:spPr/>
    </dgm:pt>
    <dgm:pt modelId="{C5EB7118-2255-48AC-92B3-C01E3977F21A}" type="pres">
      <dgm:prSet presAssocID="{58129EC9-D79B-46A7-BB99-1F675E816067}" presName="vert1" presStyleCnt="0"/>
      <dgm:spPr/>
    </dgm:pt>
    <dgm:pt modelId="{A05AFF77-D39A-4207-A0B3-EE0AF077125A}" type="pres">
      <dgm:prSet presAssocID="{C42E00BB-7ADF-409B-BBA8-AB82F46C2B0D}" presName="thickLine" presStyleLbl="alignNode1" presStyleIdx="5" presStyleCnt="7"/>
      <dgm:spPr/>
    </dgm:pt>
    <dgm:pt modelId="{9987AC1D-75CE-45D9-A766-655D2085D6A8}" type="pres">
      <dgm:prSet presAssocID="{C42E00BB-7ADF-409B-BBA8-AB82F46C2B0D}" presName="horz1" presStyleCnt="0"/>
      <dgm:spPr/>
    </dgm:pt>
    <dgm:pt modelId="{5778519D-630A-4587-905A-F9E3CD95CC48}" type="pres">
      <dgm:prSet presAssocID="{C42E00BB-7ADF-409B-BBA8-AB82F46C2B0D}" presName="tx1" presStyleLbl="revTx" presStyleIdx="5" presStyleCnt="7"/>
      <dgm:spPr/>
    </dgm:pt>
    <dgm:pt modelId="{3E301DDD-D82C-412C-96BD-FCB218C43985}" type="pres">
      <dgm:prSet presAssocID="{C42E00BB-7ADF-409B-BBA8-AB82F46C2B0D}" presName="vert1" presStyleCnt="0"/>
      <dgm:spPr/>
    </dgm:pt>
    <dgm:pt modelId="{615AE43E-D42A-499D-B598-0ED8CD00EF6E}" type="pres">
      <dgm:prSet presAssocID="{7A5A9376-A82A-4D53-8957-71533BC894B9}" presName="thickLine" presStyleLbl="alignNode1" presStyleIdx="6" presStyleCnt="7"/>
      <dgm:spPr/>
    </dgm:pt>
    <dgm:pt modelId="{22A95202-8030-4080-9EBA-6142B1F5FE1A}" type="pres">
      <dgm:prSet presAssocID="{7A5A9376-A82A-4D53-8957-71533BC894B9}" presName="horz1" presStyleCnt="0"/>
      <dgm:spPr/>
    </dgm:pt>
    <dgm:pt modelId="{445F09B5-0516-4500-865B-BBBA05561D34}" type="pres">
      <dgm:prSet presAssocID="{7A5A9376-A82A-4D53-8957-71533BC894B9}" presName="tx1" presStyleLbl="revTx" presStyleIdx="6" presStyleCnt="7"/>
      <dgm:spPr/>
    </dgm:pt>
    <dgm:pt modelId="{E9C2CC96-75EF-450D-8394-BA481903934D}" type="pres">
      <dgm:prSet presAssocID="{7A5A9376-A82A-4D53-8957-71533BC894B9}" presName="vert1" presStyleCnt="0"/>
      <dgm:spPr/>
    </dgm:pt>
  </dgm:ptLst>
  <dgm:cxnLst>
    <dgm:cxn modelId="{5B773324-D324-4C45-ADAF-4BC3D43CBF5C}" type="presOf" srcId="{0B9AF884-1CC7-4398-B8F4-B038CC4F8DDF}" destId="{F5A767E9-940F-490D-9719-8BD8698A451C}" srcOrd="0" destOrd="0" presId="urn:microsoft.com/office/officeart/2008/layout/LinedList"/>
    <dgm:cxn modelId="{D4CE7D2E-52FE-43E5-BEEE-4FFBCD35F27A}" srcId="{405AF7F4-68C8-402A-A5AD-3E55828576B8}" destId="{872D7E24-AFC2-4C11-BEE4-1DC8AF62D8C9}" srcOrd="3" destOrd="0" parTransId="{7262CA1D-682C-410A-A124-D1447CDA6653}" sibTransId="{9E0A6941-2567-4D25-A9AD-BF6ADC081A70}"/>
    <dgm:cxn modelId="{B7A87537-4FC6-4BB2-9FB3-15460EDBF0AD}" srcId="{405AF7F4-68C8-402A-A5AD-3E55828576B8}" destId="{A9D128F6-37B4-493A-AC22-C0CB690BAFD0}" srcOrd="1" destOrd="0" parTransId="{86ACC8BA-9140-450F-9A71-BCAF3D98C6F2}" sibTransId="{02E7057B-7E8D-408E-AFC4-E4A888C05219}"/>
    <dgm:cxn modelId="{3B7CCD44-9D16-4FE3-9215-B6E4FB1E1FB4}" type="presOf" srcId="{3DAB6FFF-99F5-4978-B902-9996716F0AA8}" destId="{D4DFEB16-BFB3-4D84-9B61-A9D1A8A829C0}" srcOrd="0" destOrd="0" presId="urn:microsoft.com/office/officeart/2008/layout/LinedList"/>
    <dgm:cxn modelId="{FBBA5869-A550-46C7-B289-CB24C850F864}" srcId="{405AF7F4-68C8-402A-A5AD-3E55828576B8}" destId="{58129EC9-D79B-46A7-BB99-1F675E816067}" srcOrd="4" destOrd="0" parTransId="{EAA55787-B43A-4955-A24F-A7697ADD263F}" sibTransId="{141CDE92-A517-4855-8D9F-21F96133D791}"/>
    <dgm:cxn modelId="{9889D257-0D2F-4463-832E-9C41E7D291E5}" type="presOf" srcId="{A9D128F6-37B4-493A-AC22-C0CB690BAFD0}" destId="{E1E0092E-5C23-4FB8-B853-C3B1D59E9A6D}" srcOrd="0" destOrd="0" presId="urn:microsoft.com/office/officeart/2008/layout/LinedList"/>
    <dgm:cxn modelId="{C7C3B67E-F87D-4171-8398-3A3AEF818972}" type="presOf" srcId="{872D7E24-AFC2-4C11-BEE4-1DC8AF62D8C9}" destId="{368D8515-8917-4D03-8501-A38FE25F8942}" srcOrd="0" destOrd="0" presId="urn:microsoft.com/office/officeart/2008/layout/LinedList"/>
    <dgm:cxn modelId="{020CCB7E-FF93-4192-BE2A-C0796FAAE767}" srcId="{405AF7F4-68C8-402A-A5AD-3E55828576B8}" destId="{0B9AF884-1CC7-4398-B8F4-B038CC4F8DDF}" srcOrd="0" destOrd="0" parTransId="{A6567BD1-B2E9-43E9-94A7-666B4F6AB820}" sibTransId="{1062CD55-D16B-4450-87F9-5B35B5A799DC}"/>
    <dgm:cxn modelId="{D1BE3DA6-97B9-4482-A70A-C932D0DE09DD}" srcId="{405AF7F4-68C8-402A-A5AD-3E55828576B8}" destId="{7A5A9376-A82A-4D53-8957-71533BC894B9}" srcOrd="6" destOrd="0" parTransId="{292CA0E2-8BD1-4D56-A4B0-C2DC091F9DC0}" sibTransId="{6B4A9AA6-DC5A-4992-9D82-192256344B59}"/>
    <dgm:cxn modelId="{3B9F35A8-03D0-467D-8FE4-DE6319DB46A6}" type="presOf" srcId="{7A5A9376-A82A-4D53-8957-71533BC894B9}" destId="{445F09B5-0516-4500-865B-BBBA05561D34}" srcOrd="0" destOrd="0" presId="urn:microsoft.com/office/officeart/2008/layout/LinedList"/>
    <dgm:cxn modelId="{FFC67DB2-3F85-4D71-BB46-964125F6FB82}" type="presOf" srcId="{58129EC9-D79B-46A7-BB99-1F675E816067}" destId="{6004C648-4B6B-4C3C-A2E2-BB3D8B791A7C}" srcOrd="0" destOrd="0" presId="urn:microsoft.com/office/officeart/2008/layout/LinedList"/>
    <dgm:cxn modelId="{29EDB8C2-5993-4A6F-B25F-E6B4879D0522}" srcId="{405AF7F4-68C8-402A-A5AD-3E55828576B8}" destId="{3DAB6FFF-99F5-4978-B902-9996716F0AA8}" srcOrd="2" destOrd="0" parTransId="{5FF2BD4A-2341-481A-97E6-5DCE6279F969}" sibTransId="{5894A84A-CA92-411E-A67F-A93D7AE68580}"/>
    <dgm:cxn modelId="{3A0028D1-52A2-4EE1-AAC6-CE53A2ADEBC3}" srcId="{405AF7F4-68C8-402A-A5AD-3E55828576B8}" destId="{C42E00BB-7ADF-409B-BBA8-AB82F46C2B0D}" srcOrd="5" destOrd="0" parTransId="{694E11EA-1D1A-4D24-901C-124C86118DFA}" sibTransId="{475B6A05-6EDD-4FB6-8638-BC56536C7B67}"/>
    <dgm:cxn modelId="{71B8BCD8-BBC4-419B-8EBD-8994A7A0327B}" type="presOf" srcId="{405AF7F4-68C8-402A-A5AD-3E55828576B8}" destId="{B3623747-4062-4A5D-A8AA-B561DCC3BC60}" srcOrd="0" destOrd="0" presId="urn:microsoft.com/office/officeart/2008/layout/LinedList"/>
    <dgm:cxn modelId="{CC32F1EB-BAE0-4105-82FD-260A4A4DC50A}" type="presOf" srcId="{C42E00BB-7ADF-409B-BBA8-AB82F46C2B0D}" destId="{5778519D-630A-4587-905A-F9E3CD95CC48}" srcOrd="0" destOrd="0" presId="urn:microsoft.com/office/officeart/2008/layout/LinedList"/>
    <dgm:cxn modelId="{2198BDF3-D6B7-4FBF-8976-C04ECB38A57B}" type="presParOf" srcId="{B3623747-4062-4A5D-A8AA-B561DCC3BC60}" destId="{FAA97D6E-7C79-47DB-8216-61BF8FD4C337}" srcOrd="0" destOrd="0" presId="urn:microsoft.com/office/officeart/2008/layout/LinedList"/>
    <dgm:cxn modelId="{8EFF8F3A-3DAC-49FA-864E-44285C0114DD}" type="presParOf" srcId="{B3623747-4062-4A5D-A8AA-B561DCC3BC60}" destId="{153D10B9-D91B-47C8-B56E-B3BA7D3E2B20}" srcOrd="1" destOrd="0" presId="urn:microsoft.com/office/officeart/2008/layout/LinedList"/>
    <dgm:cxn modelId="{82C4DDD1-2DDF-497B-BCB2-D0ADBEB6C3DA}" type="presParOf" srcId="{153D10B9-D91B-47C8-B56E-B3BA7D3E2B20}" destId="{F5A767E9-940F-490D-9719-8BD8698A451C}" srcOrd="0" destOrd="0" presId="urn:microsoft.com/office/officeart/2008/layout/LinedList"/>
    <dgm:cxn modelId="{A491E185-B9B5-4036-A94C-E1F7DF120B70}" type="presParOf" srcId="{153D10B9-D91B-47C8-B56E-B3BA7D3E2B20}" destId="{2BA56D13-5318-4A9D-844D-D955CEBCCBAD}" srcOrd="1" destOrd="0" presId="urn:microsoft.com/office/officeart/2008/layout/LinedList"/>
    <dgm:cxn modelId="{83D5037C-C179-4E48-9972-4AEDADAE864A}" type="presParOf" srcId="{B3623747-4062-4A5D-A8AA-B561DCC3BC60}" destId="{6CD3DB5A-9EC2-46BC-96A8-EACF5C04DC06}" srcOrd="2" destOrd="0" presId="urn:microsoft.com/office/officeart/2008/layout/LinedList"/>
    <dgm:cxn modelId="{07D33BD8-CF6A-4A2B-A54C-73C180B9F26B}" type="presParOf" srcId="{B3623747-4062-4A5D-A8AA-B561DCC3BC60}" destId="{FB0CD76F-BBBF-4BF5-9701-D6E6C1EFCEE0}" srcOrd="3" destOrd="0" presId="urn:microsoft.com/office/officeart/2008/layout/LinedList"/>
    <dgm:cxn modelId="{9C57527B-86AC-4FF5-9571-A584E66C42F7}" type="presParOf" srcId="{FB0CD76F-BBBF-4BF5-9701-D6E6C1EFCEE0}" destId="{E1E0092E-5C23-4FB8-B853-C3B1D59E9A6D}" srcOrd="0" destOrd="0" presId="urn:microsoft.com/office/officeart/2008/layout/LinedList"/>
    <dgm:cxn modelId="{5A7EE270-9EB1-440A-A5F5-E8DBADAB9E80}" type="presParOf" srcId="{FB0CD76F-BBBF-4BF5-9701-D6E6C1EFCEE0}" destId="{1ED3326C-A507-4856-A43B-735DCEA6ED64}" srcOrd="1" destOrd="0" presId="urn:microsoft.com/office/officeart/2008/layout/LinedList"/>
    <dgm:cxn modelId="{F8411855-5E8C-4C3D-8B13-3F4F7CD50C91}" type="presParOf" srcId="{B3623747-4062-4A5D-A8AA-B561DCC3BC60}" destId="{FE740ABB-70A1-47D6-9412-C0B5AE02C2AE}" srcOrd="4" destOrd="0" presId="urn:microsoft.com/office/officeart/2008/layout/LinedList"/>
    <dgm:cxn modelId="{B68B72E5-7772-46B7-95BC-E8A5206B9F57}" type="presParOf" srcId="{B3623747-4062-4A5D-A8AA-B561DCC3BC60}" destId="{B62912F1-BE5F-4C44-A7DC-79919A87833A}" srcOrd="5" destOrd="0" presId="urn:microsoft.com/office/officeart/2008/layout/LinedList"/>
    <dgm:cxn modelId="{90C58BC0-D70D-40C4-9B61-C60F0A34AE28}" type="presParOf" srcId="{B62912F1-BE5F-4C44-A7DC-79919A87833A}" destId="{D4DFEB16-BFB3-4D84-9B61-A9D1A8A829C0}" srcOrd="0" destOrd="0" presId="urn:microsoft.com/office/officeart/2008/layout/LinedList"/>
    <dgm:cxn modelId="{3629BC45-2EE8-49AC-89E9-E3DF1795CD96}" type="presParOf" srcId="{B62912F1-BE5F-4C44-A7DC-79919A87833A}" destId="{593D0B11-0B6E-4997-95F8-508744C4FBC8}" srcOrd="1" destOrd="0" presId="urn:microsoft.com/office/officeart/2008/layout/LinedList"/>
    <dgm:cxn modelId="{6C45DB6A-8277-4C8F-B3A1-8EAD68595F23}" type="presParOf" srcId="{B3623747-4062-4A5D-A8AA-B561DCC3BC60}" destId="{9606F596-DEFE-4C4E-AAC8-386A0DD5AFE1}" srcOrd="6" destOrd="0" presId="urn:microsoft.com/office/officeart/2008/layout/LinedList"/>
    <dgm:cxn modelId="{1EF6F2C9-7858-4F8F-BF1C-43C4A9E938D3}" type="presParOf" srcId="{B3623747-4062-4A5D-A8AA-B561DCC3BC60}" destId="{07B71D76-A8D7-44D6-B0E9-2D2CB54BC4FE}" srcOrd="7" destOrd="0" presId="urn:microsoft.com/office/officeart/2008/layout/LinedList"/>
    <dgm:cxn modelId="{A30D749E-A036-48FD-A487-3F9E4F28709F}" type="presParOf" srcId="{07B71D76-A8D7-44D6-B0E9-2D2CB54BC4FE}" destId="{368D8515-8917-4D03-8501-A38FE25F8942}" srcOrd="0" destOrd="0" presId="urn:microsoft.com/office/officeart/2008/layout/LinedList"/>
    <dgm:cxn modelId="{4CAD392E-A18D-456E-909A-F10E1CAF8E46}" type="presParOf" srcId="{07B71D76-A8D7-44D6-B0E9-2D2CB54BC4FE}" destId="{D6B8A091-59E3-40AF-A04E-B6FB9F98944B}" srcOrd="1" destOrd="0" presId="urn:microsoft.com/office/officeart/2008/layout/LinedList"/>
    <dgm:cxn modelId="{3388E3D0-9562-416B-90F5-5842E65CE20F}" type="presParOf" srcId="{B3623747-4062-4A5D-A8AA-B561DCC3BC60}" destId="{5C22CADD-FFE3-4C11-A1A5-F90AD3B17A33}" srcOrd="8" destOrd="0" presId="urn:microsoft.com/office/officeart/2008/layout/LinedList"/>
    <dgm:cxn modelId="{E4356FB9-C59B-4623-85DC-0E39C180D635}" type="presParOf" srcId="{B3623747-4062-4A5D-A8AA-B561DCC3BC60}" destId="{DC043A74-FEC4-4B51-B698-8A4D17C52EEC}" srcOrd="9" destOrd="0" presId="urn:microsoft.com/office/officeart/2008/layout/LinedList"/>
    <dgm:cxn modelId="{43FD09CD-4092-46EF-8540-D4575A7098FB}" type="presParOf" srcId="{DC043A74-FEC4-4B51-B698-8A4D17C52EEC}" destId="{6004C648-4B6B-4C3C-A2E2-BB3D8B791A7C}" srcOrd="0" destOrd="0" presId="urn:microsoft.com/office/officeart/2008/layout/LinedList"/>
    <dgm:cxn modelId="{3931145F-3815-49AB-8215-4A6D10F62A02}" type="presParOf" srcId="{DC043A74-FEC4-4B51-B698-8A4D17C52EEC}" destId="{C5EB7118-2255-48AC-92B3-C01E3977F21A}" srcOrd="1" destOrd="0" presId="urn:microsoft.com/office/officeart/2008/layout/LinedList"/>
    <dgm:cxn modelId="{DBBE3B45-B9BE-4A65-8785-DCCF221236CD}" type="presParOf" srcId="{B3623747-4062-4A5D-A8AA-B561DCC3BC60}" destId="{A05AFF77-D39A-4207-A0B3-EE0AF077125A}" srcOrd="10" destOrd="0" presId="urn:microsoft.com/office/officeart/2008/layout/LinedList"/>
    <dgm:cxn modelId="{BFF1D361-812B-4833-BE1D-882B69ECE1B6}" type="presParOf" srcId="{B3623747-4062-4A5D-A8AA-B561DCC3BC60}" destId="{9987AC1D-75CE-45D9-A766-655D2085D6A8}" srcOrd="11" destOrd="0" presId="urn:microsoft.com/office/officeart/2008/layout/LinedList"/>
    <dgm:cxn modelId="{A917BD75-CC10-4CA9-9A08-F9551D5BB625}" type="presParOf" srcId="{9987AC1D-75CE-45D9-A766-655D2085D6A8}" destId="{5778519D-630A-4587-905A-F9E3CD95CC48}" srcOrd="0" destOrd="0" presId="urn:microsoft.com/office/officeart/2008/layout/LinedList"/>
    <dgm:cxn modelId="{0B59D492-B596-454F-B074-D35696510564}" type="presParOf" srcId="{9987AC1D-75CE-45D9-A766-655D2085D6A8}" destId="{3E301DDD-D82C-412C-96BD-FCB218C43985}" srcOrd="1" destOrd="0" presId="urn:microsoft.com/office/officeart/2008/layout/LinedList"/>
    <dgm:cxn modelId="{CFA00AFA-B05F-46FF-8B33-CC84A97774CE}" type="presParOf" srcId="{B3623747-4062-4A5D-A8AA-B561DCC3BC60}" destId="{615AE43E-D42A-499D-B598-0ED8CD00EF6E}" srcOrd="12" destOrd="0" presId="urn:microsoft.com/office/officeart/2008/layout/LinedList"/>
    <dgm:cxn modelId="{5D63E0F1-B4B8-4F89-82C3-1B4BDDBC61E5}" type="presParOf" srcId="{B3623747-4062-4A5D-A8AA-B561DCC3BC60}" destId="{22A95202-8030-4080-9EBA-6142B1F5FE1A}" srcOrd="13" destOrd="0" presId="urn:microsoft.com/office/officeart/2008/layout/LinedList"/>
    <dgm:cxn modelId="{B0443645-082B-4C38-988D-A75B30354384}" type="presParOf" srcId="{22A95202-8030-4080-9EBA-6142B1F5FE1A}" destId="{445F09B5-0516-4500-865B-BBBA05561D34}" srcOrd="0" destOrd="0" presId="urn:microsoft.com/office/officeart/2008/layout/LinedList"/>
    <dgm:cxn modelId="{F8C469E1-AA38-48DF-ADFC-FE3EE697F893}" type="presParOf" srcId="{22A95202-8030-4080-9EBA-6142B1F5FE1A}" destId="{E9C2CC96-75EF-450D-8394-BA481903934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22F8EDF-764B-4368-AFBC-F68B88A56AD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B8E3BE-3023-4A32-8C0E-A5E496CA3C5E}">
      <dgm:prSet/>
      <dgm:spPr/>
      <dgm:t>
        <a:bodyPr/>
        <a:lstStyle/>
        <a:p>
          <a:r>
            <a:rPr lang="en-GB" b="1"/>
            <a:t>Data Availability</a:t>
          </a:r>
          <a:endParaRPr lang="en-US"/>
        </a:p>
      </dgm:t>
    </dgm:pt>
    <dgm:pt modelId="{A37784C2-9F79-42E0-836E-F59A70473C65}" type="parTrans" cxnId="{40BED21E-B474-4C6A-BB95-C6695C4B702B}">
      <dgm:prSet/>
      <dgm:spPr/>
      <dgm:t>
        <a:bodyPr/>
        <a:lstStyle/>
        <a:p>
          <a:endParaRPr lang="en-US"/>
        </a:p>
      </dgm:t>
    </dgm:pt>
    <dgm:pt modelId="{75F2CAFB-A761-4DB0-809A-DCC7C194AFE2}" type="sibTrans" cxnId="{40BED21E-B474-4C6A-BB95-C6695C4B702B}">
      <dgm:prSet/>
      <dgm:spPr/>
      <dgm:t>
        <a:bodyPr/>
        <a:lstStyle/>
        <a:p>
          <a:endParaRPr lang="en-US"/>
        </a:p>
      </dgm:t>
    </dgm:pt>
    <dgm:pt modelId="{3BC21B49-5F25-44C7-AA72-FC4F47AA8345}">
      <dgm:prSet/>
      <dgm:spPr/>
      <dgm:t>
        <a:bodyPr/>
        <a:lstStyle/>
        <a:p>
          <a:r>
            <a:rPr lang="en-GB"/>
            <a:t>Do we have longitudinal data?</a:t>
          </a:r>
          <a:br>
            <a:rPr lang="en-GB"/>
          </a:br>
          <a:r>
            <a:rPr lang="en-GB"/>
            <a:t>(cognitive decline, imaging, biomarker trajectories)</a:t>
          </a:r>
          <a:endParaRPr lang="en-US"/>
        </a:p>
      </dgm:t>
    </dgm:pt>
    <dgm:pt modelId="{EE92B5A5-9BA4-48BD-A99E-D26A3823A8AB}" type="parTrans" cxnId="{BAA6BE3C-5D74-47E1-9FD4-E2D151F63497}">
      <dgm:prSet/>
      <dgm:spPr/>
      <dgm:t>
        <a:bodyPr/>
        <a:lstStyle/>
        <a:p>
          <a:endParaRPr lang="en-US"/>
        </a:p>
      </dgm:t>
    </dgm:pt>
    <dgm:pt modelId="{6B707B86-F5BB-407B-874D-C408C92B28B7}" type="sibTrans" cxnId="{BAA6BE3C-5D74-47E1-9FD4-E2D151F63497}">
      <dgm:prSet/>
      <dgm:spPr/>
      <dgm:t>
        <a:bodyPr/>
        <a:lstStyle/>
        <a:p>
          <a:endParaRPr lang="en-US"/>
        </a:p>
      </dgm:t>
    </dgm:pt>
    <dgm:pt modelId="{C66A70F2-1333-4D18-8CF3-1A94EA7CD75A}">
      <dgm:prSet/>
      <dgm:spPr/>
      <dgm:t>
        <a:bodyPr/>
        <a:lstStyle/>
        <a:p>
          <a:r>
            <a:rPr lang="en-GB"/>
            <a:t>Are genetic data available?</a:t>
          </a:r>
          <a:br>
            <a:rPr lang="en-GB"/>
          </a:br>
          <a:r>
            <a:rPr lang="en-GB"/>
            <a:t>(e.g., APOE status, PRS)</a:t>
          </a:r>
          <a:endParaRPr lang="en-US"/>
        </a:p>
      </dgm:t>
    </dgm:pt>
    <dgm:pt modelId="{FB60F1C9-1DE0-4303-9FF6-7B45E045509E}" type="parTrans" cxnId="{7DD4E1AA-BDE3-4987-BD89-5FFD93AB1CD8}">
      <dgm:prSet/>
      <dgm:spPr/>
      <dgm:t>
        <a:bodyPr/>
        <a:lstStyle/>
        <a:p>
          <a:endParaRPr lang="en-US"/>
        </a:p>
      </dgm:t>
    </dgm:pt>
    <dgm:pt modelId="{640042F4-BBE3-4B3B-93AC-0612DABE214B}" type="sibTrans" cxnId="{7DD4E1AA-BDE3-4987-BD89-5FFD93AB1CD8}">
      <dgm:prSet/>
      <dgm:spPr/>
      <dgm:t>
        <a:bodyPr/>
        <a:lstStyle/>
        <a:p>
          <a:endParaRPr lang="en-US"/>
        </a:p>
      </dgm:t>
    </dgm:pt>
    <dgm:pt modelId="{4A553FA3-FB0F-42FA-9B79-81F188D5D6BF}" type="pres">
      <dgm:prSet presAssocID="{B22F8EDF-764B-4368-AFBC-F68B88A56AD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A92F34-B192-44BD-B950-DC443E32E569}" type="pres">
      <dgm:prSet presAssocID="{8AB8E3BE-3023-4A32-8C0E-A5E496CA3C5E}" presName="hierRoot1" presStyleCnt="0"/>
      <dgm:spPr/>
    </dgm:pt>
    <dgm:pt modelId="{558CFBDC-0FA9-4DC3-B5F1-BED601CFC952}" type="pres">
      <dgm:prSet presAssocID="{8AB8E3BE-3023-4A32-8C0E-A5E496CA3C5E}" presName="composite" presStyleCnt="0"/>
      <dgm:spPr/>
    </dgm:pt>
    <dgm:pt modelId="{67A69FCD-335E-4A7A-8478-8AC12F406FD0}" type="pres">
      <dgm:prSet presAssocID="{8AB8E3BE-3023-4A32-8C0E-A5E496CA3C5E}" presName="background" presStyleLbl="node0" presStyleIdx="0" presStyleCnt="1"/>
      <dgm:spPr>
        <a:solidFill>
          <a:srgbClr val="734B67"/>
        </a:solidFill>
      </dgm:spPr>
    </dgm:pt>
    <dgm:pt modelId="{A54F32DE-84F4-4729-9769-2A3D184CBE39}" type="pres">
      <dgm:prSet presAssocID="{8AB8E3BE-3023-4A32-8C0E-A5E496CA3C5E}" presName="text" presStyleLbl="fgAcc0" presStyleIdx="0" presStyleCnt="1">
        <dgm:presLayoutVars>
          <dgm:chPref val="3"/>
        </dgm:presLayoutVars>
      </dgm:prSet>
      <dgm:spPr/>
    </dgm:pt>
    <dgm:pt modelId="{15560210-10A4-4E7B-A805-4E34997ACF34}" type="pres">
      <dgm:prSet presAssocID="{8AB8E3BE-3023-4A32-8C0E-A5E496CA3C5E}" presName="hierChild2" presStyleCnt="0"/>
      <dgm:spPr/>
    </dgm:pt>
    <dgm:pt modelId="{AD866C95-DF7A-4AD6-957C-50F612E5216F}" type="pres">
      <dgm:prSet presAssocID="{EE92B5A5-9BA4-48BD-A99E-D26A3823A8AB}" presName="Name10" presStyleLbl="parChTrans1D2" presStyleIdx="0" presStyleCnt="2"/>
      <dgm:spPr/>
    </dgm:pt>
    <dgm:pt modelId="{90A50599-E430-4B33-BC6F-9AA091362C5F}" type="pres">
      <dgm:prSet presAssocID="{3BC21B49-5F25-44C7-AA72-FC4F47AA8345}" presName="hierRoot2" presStyleCnt="0"/>
      <dgm:spPr/>
    </dgm:pt>
    <dgm:pt modelId="{FD15DAB4-9DCD-4E23-9018-3EDB9842FA39}" type="pres">
      <dgm:prSet presAssocID="{3BC21B49-5F25-44C7-AA72-FC4F47AA8345}" presName="composite2" presStyleCnt="0"/>
      <dgm:spPr/>
    </dgm:pt>
    <dgm:pt modelId="{D1261443-B9F4-484D-802E-43A69E2471BF}" type="pres">
      <dgm:prSet presAssocID="{3BC21B49-5F25-44C7-AA72-FC4F47AA8345}" presName="background2" presStyleLbl="node2" presStyleIdx="0" presStyleCnt="2"/>
      <dgm:spPr>
        <a:solidFill>
          <a:srgbClr val="734B67"/>
        </a:solidFill>
      </dgm:spPr>
    </dgm:pt>
    <dgm:pt modelId="{5B100AC6-926C-41EC-BEA2-176B643018FD}" type="pres">
      <dgm:prSet presAssocID="{3BC21B49-5F25-44C7-AA72-FC4F47AA8345}" presName="text2" presStyleLbl="fgAcc2" presStyleIdx="0" presStyleCnt="2">
        <dgm:presLayoutVars>
          <dgm:chPref val="3"/>
        </dgm:presLayoutVars>
      </dgm:prSet>
      <dgm:spPr/>
    </dgm:pt>
    <dgm:pt modelId="{82D98905-508D-4701-AE0B-A48467976E4D}" type="pres">
      <dgm:prSet presAssocID="{3BC21B49-5F25-44C7-AA72-FC4F47AA8345}" presName="hierChild3" presStyleCnt="0"/>
      <dgm:spPr/>
    </dgm:pt>
    <dgm:pt modelId="{2C598984-8F7B-4EB9-A535-B4299C817D20}" type="pres">
      <dgm:prSet presAssocID="{FB60F1C9-1DE0-4303-9FF6-7B45E045509E}" presName="Name10" presStyleLbl="parChTrans1D2" presStyleIdx="1" presStyleCnt="2"/>
      <dgm:spPr/>
    </dgm:pt>
    <dgm:pt modelId="{73BDA697-2B4A-40B4-9B44-19D5533C6174}" type="pres">
      <dgm:prSet presAssocID="{C66A70F2-1333-4D18-8CF3-1A94EA7CD75A}" presName="hierRoot2" presStyleCnt="0"/>
      <dgm:spPr/>
    </dgm:pt>
    <dgm:pt modelId="{F3D2D541-FCE1-4223-8460-15FE76792B50}" type="pres">
      <dgm:prSet presAssocID="{C66A70F2-1333-4D18-8CF3-1A94EA7CD75A}" presName="composite2" presStyleCnt="0"/>
      <dgm:spPr/>
    </dgm:pt>
    <dgm:pt modelId="{001E7C57-984F-484D-8917-E6CF421718E9}" type="pres">
      <dgm:prSet presAssocID="{C66A70F2-1333-4D18-8CF3-1A94EA7CD75A}" presName="background2" presStyleLbl="node2" presStyleIdx="1" presStyleCnt="2"/>
      <dgm:spPr>
        <a:solidFill>
          <a:srgbClr val="734B67"/>
        </a:solidFill>
      </dgm:spPr>
    </dgm:pt>
    <dgm:pt modelId="{0326C9BE-C984-41D1-B8D9-1C9FAD069439}" type="pres">
      <dgm:prSet presAssocID="{C66A70F2-1333-4D18-8CF3-1A94EA7CD75A}" presName="text2" presStyleLbl="fgAcc2" presStyleIdx="1" presStyleCnt="2">
        <dgm:presLayoutVars>
          <dgm:chPref val="3"/>
        </dgm:presLayoutVars>
      </dgm:prSet>
      <dgm:spPr/>
    </dgm:pt>
    <dgm:pt modelId="{BD617F9A-4142-4F98-A180-F9CEF90322AD}" type="pres">
      <dgm:prSet presAssocID="{C66A70F2-1333-4D18-8CF3-1A94EA7CD75A}" presName="hierChild3" presStyleCnt="0"/>
      <dgm:spPr/>
    </dgm:pt>
  </dgm:ptLst>
  <dgm:cxnLst>
    <dgm:cxn modelId="{40BED21E-B474-4C6A-BB95-C6695C4B702B}" srcId="{B22F8EDF-764B-4368-AFBC-F68B88A56AD6}" destId="{8AB8E3BE-3023-4A32-8C0E-A5E496CA3C5E}" srcOrd="0" destOrd="0" parTransId="{A37784C2-9F79-42E0-836E-F59A70473C65}" sibTransId="{75F2CAFB-A761-4DB0-809A-DCC7C194AFE2}"/>
    <dgm:cxn modelId="{073BB320-B802-4064-B3F8-BA9A155A10F8}" type="presOf" srcId="{8AB8E3BE-3023-4A32-8C0E-A5E496CA3C5E}" destId="{A54F32DE-84F4-4729-9769-2A3D184CBE39}" srcOrd="0" destOrd="0" presId="urn:microsoft.com/office/officeart/2005/8/layout/hierarchy1"/>
    <dgm:cxn modelId="{C9F6292F-C36C-4E2F-9C43-55CD4E30BBE8}" type="presOf" srcId="{C66A70F2-1333-4D18-8CF3-1A94EA7CD75A}" destId="{0326C9BE-C984-41D1-B8D9-1C9FAD069439}" srcOrd="0" destOrd="0" presId="urn:microsoft.com/office/officeart/2005/8/layout/hierarchy1"/>
    <dgm:cxn modelId="{BAA6BE3C-5D74-47E1-9FD4-E2D151F63497}" srcId="{8AB8E3BE-3023-4A32-8C0E-A5E496CA3C5E}" destId="{3BC21B49-5F25-44C7-AA72-FC4F47AA8345}" srcOrd="0" destOrd="0" parTransId="{EE92B5A5-9BA4-48BD-A99E-D26A3823A8AB}" sibTransId="{6B707B86-F5BB-407B-874D-C408C92B28B7}"/>
    <dgm:cxn modelId="{74406A40-AF4B-4CE8-BF7A-18FAA1C62AED}" type="presOf" srcId="{EE92B5A5-9BA4-48BD-A99E-D26A3823A8AB}" destId="{AD866C95-DF7A-4AD6-957C-50F612E5216F}" srcOrd="0" destOrd="0" presId="urn:microsoft.com/office/officeart/2005/8/layout/hierarchy1"/>
    <dgm:cxn modelId="{66C0E365-5B44-4800-A5EB-F47B72671D7E}" type="presOf" srcId="{B22F8EDF-764B-4368-AFBC-F68B88A56AD6}" destId="{4A553FA3-FB0F-42FA-9B79-81F188D5D6BF}" srcOrd="0" destOrd="0" presId="urn:microsoft.com/office/officeart/2005/8/layout/hierarchy1"/>
    <dgm:cxn modelId="{72FDFC6D-2DED-41D0-B14E-782B27951D40}" type="presOf" srcId="{FB60F1C9-1DE0-4303-9FF6-7B45E045509E}" destId="{2C598984-8F7B-4EB9-A535-B4299C817D20}" srcOrd="0" destOrd="0" presId="urn:microsoft.com/office/officeart/2005/8/layout/hierarchy1"/>
    <dgm:cxn modelId="{7DD4E1AA-BDE3-4987-BD89-5FFD93AB1CD8}" srcId="{8AB8E3BE-3023-4A32-8C0E-A5E496CA3C5E}" destId="{C66A70F2-1333-4D18-8CF3-1A94EA7CD75A}" srcOrd="1" destOrd="0" parTransId="{FB60F1C9-1DE0-4303-9FF6-7B45E045509E}" sibTransId="{640042F4-BBE3-4B3B-93AC-0612DABE214B}"/>
    <dgm:cxn modelId="{588420B4-0CC4-4F7E-B6AD-CB3F7423C974}" type="presOf" srcId="{3BC21B49-5F25-44C7-AA72-FC4F47AA8345}" destId="{5B100AC6-926C-41EC-BEA2-176B643018FD}" srcOrd="0" destOrd="0" presId="urn:microsoft.com/office/officeart/2005/8/layout/hierarchy1"/>
    <dgm:cxn modelId="{30A044AB-A260-4129-B0F1-7740418D4990}" type="presParOf" srcId="{4A553FA3-FB0F-42FA-9B79-81F188D5D6BF}" destId="{23A92F34-B192-44BD-B950-DC443E32E569}" srcOrd="0" destOrd="0" presId="urn:microsoft.com/office/officeart/2005/8/layout/hierarchy1"/>
    <dgm:cxn modelId="{88E2F59B-132C-44DC-818A-7B9FDAA6EBF8}" type="presParOf" srcId="{23A92F34-B192-44BD-B950-DC443E32E569}" destId="{558CFBDC-0FA9-4DC3-B5F1-BED601CFC952}" srcOrd="0" destOrd="0" presId="urn:microsoft.com/office/officeart/2005/8/layout/hierarchy1"/>
    <dgm:cxn modelId="{96DE96AB-76D0-4C6C-B927-0D06BF2AEECC}" type="presParOf" srcId="{558CFBDC-0FA9-4DC3-B5F1-BED601CFC952}" destId="{67A69FCD-335E-4A7A-8478-8AC12F406FD0}" srcOrd="0" destOrd="0" presId="urn:microsoft.com/office/officeart/2005/8/layout/hierarchy1"/>
    <dgm:cxn modelId="{5FE64B7B-E5D0-4E6E-B0C1-95F2BE84E2FC}" type="presParOf" srcId="{558CFBDC-0FA9-4DC3-B5F1-BED601CFC952}" destId="{A54F32DE-84F4-4729-9769-2A3D184CBE39}" srcOrd="1" destOrd="0" presId="urn:microsoft.com/office/officeart/2005/8/layout/hierarchy1"/>
    <dgm:cxn modelId="{6734B566-9901-4359-96E5-1B311099488C}" type="presParOf" srcId="{23A92F34-B192-44BD-B950-DC443E32E569}" destId="{15560210-10A4-4E7B-A805-4E34997ACF34}" srcOrd="1" destOrd="0" presId="urn:microsoft.com/office/officeart/2005/8/layout/hierarchy1"/>
    <dgm:cxn modelId="{1C3EE3FA-FF16-4238-9CBD-BDEE2D96403E}" type="presParOf" srcId="{15560210-10A4-4E7B-A805-4E34997ACF34}" destId="{AD866C95-DF7A-4AD6-957C-50F612E5216F}" srcOrd="0" destOrd="0" presId="urn:microsoft.com/office/officeart/2005/8/layout/hierarchy1"/>
    <dgm:cxn modelId="{F43B9C16-AE37-40F7-A8C4-D89709C35CE9}" type="presParOf" srcId="{15560210-10A4-4E7B-A805-4E34997ACF34}" destId="{90A50599-E430-4B33-BC6F-9AA091362C5F}" srcOrd="1" destOrd="0" presId="urn:microsoft.com/office/officeart/2005/8/layout/hierarchy1"/>
    <dgm:cxn modelId="{E0900D42-28CC-4796-9D01-7C7452EA340E}" type="presParOf" srcId="{90A50599-E430-4B33-BC6F-9AA091362C5F}" destId="{FD15DAB4-9DCD-4E23-9018-3EDB9842FA39}" srcOrd="0" destOrd="0" presId="urn:microsoft.com/office/officeart/2005/8/layout/hierarchy1"/>
    <dgm:cxn modelId="{B950088E-D28B-4508-8A4B-15B770F0CAC1}" type="presParOf" srcId="{FD15DAB4-9DCD-4E23-9018-3EDB9842FA39}" destId="{D1261443-B9F4-484D-802E-43A69E2471BF}" srcOrd="0" destOrd="0" presId="urn:microsoft.com/office/officeart/2005/8/layout/hierarchy1"/>
    <dgm:cxn modelId="{AB4FA6B5-508B-495F-BD16-BE5F1C152F14}" type="presParOf" srcId="{FD15DAB4-9DCD-4E23-9018-3EDB9842FA39}" destId="{5B100AC6-926C-41EC-BEA2-176B643018FD}" srcOrd="1" destOrd="0" presId="urn:microsoft.com/office/officeart/2005/8/layout/hierarchy1"/>
    <dgm:cxn modelId="{C03166C9-E87E-48C0-81D2-3A3EA2809138}" type="presParOf" srcId="{90A50599-E430-4B33-BC6F-9AA091362C5F}" destId="{82D98905-508D-4701-AE0B-A48467976E4D}" srcOrd="1" destOrd="0" presId="urn:microsoft.com/office/officeart/2005/8/layout/hierarchy1"/>
    <dgm:cxn modelId="{D9C4ADA6-71C5-435F-AE00-EBF242C456E7}" type="presParOf" srcId="{15560210-10A4-4E7B-A805-4E34997ACF34}" destId="{2C598984-8F7B-4EB9-A535-B4299C817D20}" srcOrd="2" destOrd="0" presId="urn:microsoft.com/office/officeart/2005/8/layout/hierarchy1"/>
    <dgm:cxn modelId="{A39ABEC6-3F24-4EC8-BE3A-28DE873D8142}" type="presParOf" srcId="{15560210-10A4-4E7B-A805-4E34997ACF34}" destId="{73BDA697-2B4A-40B4-9B44-19D5533C6174}" srcOrd="3" destOrd="0" presId="urn:microsoft.com/office/officeart/2005/8/layout/hierarchy1"/>
    <dgm:cxn modelId="{E69D0172-DF17-4D7E-824C-3D714B3D411F}" type="presParOf" srcId="{73BDA697-2B4A-40B4-9B44-19D5533C6174}" destId="{F3D2D541-FCE1-4223-8460-15FE76792B50}" srcOrd="0" destOrd="0" presId="urn:microsoft.com/office/officeart/2005/8/layout/hierarchy1"/>
    <dgm:cxn modelId="{F12D4CB5-C1BA-4DC7-BDAA-4CDE30EAD269}" type="presParOf" srcId="{F3D2D541-FCE1-4223-8460-15FE76792B50}" destId="{001E7C57-984F-484D-8917-E6CF421718E9}" srcOrd="0" destOrd="0" presId="urn:microsoft.com/office/officeart/2005/8/layout/hierarchy1"/>
    <dgm:cxn modelId="{A44A5150-3B09-4DAE-B20E-65C3B6ADBB46}" type="presParOf" srcId="{F3D2D541-FCE1-4223-8460-15FE76792B50}" destId="{0326C9BE-C984-41D1-B8D9-1C9FAD069439}" srcOrd="1" destOrd="0" presId="urn:microsoft.com/office/officeart/2005/8/layout/hierarchy1"/>
    <dgm:cxn modelId="{40DD964D-FABA-46C3-90A7-5816E67A6F38}" type="presParOf" srcId="{73BDA697-2B4A-40B4-9B44-19D5533C6174}" destId="{BD617F9A-4142-4F98-A180-F9CEF90322A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22F8EDF-764B-4368-AFBC-F68B88A56AD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B8E3BE-3023-4A32-8C0E-A5E496CA3C5E}">
      <dgm:prSet/>
      <dgm:spPr/>
      <dgm:t>
        <a:bodyPr/>
        <a:lstStyle/>
        <a:p>
          <a:r>
            <a:rPr lang="en-GB" b="1" dirty="0"/>
            <a:t>Technical Harmonization</a:t>
          </a:r>
          <a:endParaRPr lang="en-US" b="1" dirty="0"/>
        </a:p>
      </dgm:t>
    </dgm:pt>
    <dgm:pt modelId="{A37784C2-9F79-42E0-836E-F59A70473C65}" type="parTrans" cxnId="{40BED21E-B474-4C6A-BB95-C6695C4B702B}">
      <dgm:prSet/>
      <dgm:spPr/>
      <dgm:t>
        <a:bodyPr/>
        <a:lstStyle/>
        <a:p>
          <a:endParaRPr lang="en-US"/>
        </a:p>
      </dgm:t>
    </dgm:pt>
    <dgm:pt modelId="{75F2CAFB-A761-4DB0-809A-DCC7C194AFE2}" type="sibTrans" cxnId="{40BED21E-B474-4C6A-BB95-C6695C4B702B}">
      <dgm:prSet/>
      <dgm:spPr/>
      <dgm:t>
        <a:bodyPr/>
        <a:lstStyle/>
        <a:p>
          <a:endParaRPr lang="en-US"/>
        </a:p>
      </dgm:t>
    </dgm:pt>
    <dgm:pt modelId="{3BC21B49-5F25-44C7-AA72-FC4F47AA8345}">
      <dgm:prSet/>
      <dgm:spPr/>
      <dgm:t>
        <a:bodyPr/>
        <a:lstStyle/>
        <a:p>
          <a:r>
            <a:rPr lang="en-GB" dirty="0"/>
            <a:t>Were samples processed using the same proteomic platform?</a:t>
          </a:r>
          <a:endParaRPr lang="en-US" dirty="0"/>
        </a:p>
      </dgm:t>
    </dgm:pt>
    <dgm:pt modelId="{EE92B5A5-9BA4-48BD-A99E-D26A3823A8AB}" type="parTrans" cxnId="{BAA6BE3C-5D74-47E1-9FD4-E2D151F63497}">
      <dgm:prSet/>
      <dgm:spPr/>
      <dgm:t>
        <a:bodyPr/>
        <a:lstStyle/>
        <a:p>
          <a:endParaRPr lang="en-US"/>
        </a:p>
      </dgm:t>
    </dgm:pt>
    <dgm:pt modelId="{6B707B86-F5BB-407B-874D-C408C92B28B7}" type="sibTrans" cxnId="{BAA6BE3C-5D74-47E1-9FD4-E2D151F63497}">
      <dgm:prSet/>
      <dgm:spPr/>
      <dgm:t>
        <a:bodyPr/>
        <a:lstStyle/>
        <a:p>
          <a:endParaRPr lang="en-US"/>
        </a:p>
      </dgm:t>
    </dgm:pt>
    <dgm:pt modelId="{C66A70F2-1333-4D18-8CF3-1A94EA7CD75A}">
      <dgm:prSet/>
      <dgm:spPr/>
      <dgm:t>
        <a:bodyPr/>
        <a:lstStyle/>
        <a:p>
          <a:r>
            <a:rPr lang="en-GB" dirty="0"/>
            <a:t>Were laboratory protocols consistent across cohorts?</a:t>
          </a:r>
          <a:endParaRPr lang="en-US" dirty="0"/>
        </a:p>
      </dgm:t>
    </dgm:pt>
    <dgm:pt modelId="{FB60F1C9-1DE0-4303-9FF6-7B45E045509E}" type="parTrans" cxnId="{7DD4E1AA-BDE3-4987-BD89-5FFD93AB1CD8}">
      <dgm:prSet/>
      <dgm:spPr/>
      <dgm:t>
        <a:bodyPr/>
        <a:lstStyle/>
        <a:p>
          <a:endParaRPr lang="en-US"/>
        </a:p>
      </dgm:t>
    </dgm:pt>
    <dgm:pt modelId="{640042F4-BBE3-4B3B-93AC-0612DABE214B}" type="sibTrans" cxnId="{7DD4E1AA-BDE3-4987-BD89-5FFD93AB1CD8}">
      <dgm:prSet/>
      <dgm:spPr/>
      <dgm:t>
        <a:bodyPr/>
        <a:lstStyle/>
        <a:p>
          <a:endParaRPr lang="en-US"/>
        </a:p>
      </dgm:t>
    </dgm:pt>
    <dgm:pt modelId="{4A553FA3-FB0F-42FA-9B79-81F188D5D6BF}" type="pres">
      <dgm:prSet presAssocID="{B22F8EDF-764B-4368-AFBC-F68B88A56AD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A92F34-B192-44BD-B950-DC443E32E569}" type="pres">
      <dgm:prSet presAssocID="{8AB8E3BE-3023-4A32-8C0E-A5E496CA3C5E}" presName="hierRoot1" presStyleCnt="0"/>
      <dgm:spPr/>
    </dgm:pt>
    <dgm:pt modelId="{558CFBDC-0FA9-4DC3-B5F1-BED601CFC952}" type="pres">
      <dgm:prSet presAssocID="{8AB8E3BE-3023-4A32-8C0E-A5E496CA3C5E}" presName="composite" presStyleCnt="0"/>
      <dgm:spPr/>
    </dgm:pt>
    <dgm:pt modelId="{67A69FCD-335E-4A7A-8478-8AC12F406FD0}" type="pres">
      <dgm:prSet presAssocID="{8AB8E3BE-3023-4A32-8C0E-A5E496CA3C5E}" presName="background" presStyleLbl="node0" presStyleIdx="0" presStyleCnt="1"/>
      <dgm:spPr>
        <a:solidFill>
          <a:srgbClr val="734B67"/>
        </a:solidFill>
      </dgm:spPr>
    </dgm:pt>
    <dgm:pt modelId="{A54F32DE-84F4-4729-9769-2A3D184CBE39}" type="pres">
      <dgm:prSet presAssocID="{8AB8E3BE-3023-4A32-8C0E-A5E496CA3C5E}" presName="text" presStyleLbl="fgAcc0" presStyleIdx="0" presStyleCnt="1">
        <dgm:presLayoutVars>
          <dgm:chPref val="3"/>
        </dgm:presLayoutVars>
      </dgm:prSet>
      <dgm:spPr/>
    </dgm:pt>
    <dgm:pt modelId="{15560210-10A4-4E7B-A805-4E34997ACF34}" type="pres">
      <dgm:prSet presAssocID="{8AB8E3BE-3023-4A32-8C0E-A5E496CA3C5E}" presName="hierChild2" presStyleCnt="0"/>
      <dgm:spPr/>
    </dgm:pt>
    <dgm:pt modelId="{AD866C95-DF7A-4AD6-957C-50F612E5216F}" type="pres">
      <dgm:prSet presAssocID="{EE92B5A5-9BA4-48BD-A99E-D26A3823A8AB}" presName="Name10" presStyleLbl="parChTrans1D2" presStyleIdx="0" presStyleCnt="2"/>
      <dgm:spPr/>
    </dgm:pt>
    <dgm:pt modelId="{90A50599-E430-4B33-BC6F-9AA091362C5F}" type="pres">
      <dgm:prSet presAssocID="{3BC21B49-5F25-44C7-AA72-FC4F47AA8345}" presName="hierRoot2" presStyleCnt="0"/>
      <dgm:spPr/>
    </dgm:pt>
    <dgm:pt modelId="{FD15DAB4-9DCD-4E23-9018-3EDB9842FA39}" type="pres">
      <dgm:prSet presAssocID="{3BC21B49-5F25-44C7-AA72-FC4F47AA8345}" presName="composite2" presStyleCnt="0"/>
      <dgm:spPr/>
    </dgm:pt>
    <dgm:pt modelId="{D1261443-B9F4-484D-802E-43A69E2471BF}" type="pres">
      <dgm:prSet presAssocID="{3BC21B49-5F25-44C7-AA72-FC4F47AA8345}" presName="background2" presStyleLbl="node2" presStyleIdx="0" presStyleCnt="2"/>
      <dgm:spPr>
        <a:solidFill>
          <a:srgbClr val="734B67"/>
        </a:solidFill>
      </dgm:spPr>
    </dgm:pt>
    <dgm:pt modelId="{5B100AC6-926C-41EC-BEA2-176B643018FD}" type="pres">
      <dgm:prSet presAssocID="{3BC21B49-5F25-44C7-AA72-FC4F47AA8345}" presName="text2" presStyleLbl="fgAcc2" presStyleIdx="0" presStyleCnt="2">
        <dgm:presLayoutVars>
          <dgm:chPref val="3"/>
        </dgm:presLayoutVars>
      </dgm:prSet>
      <dgm:spPr/>
    </dgm:pt>
    <dgm:pt modelId="{82D98905-508D-4701-AE0B-A48467976E4D}" type="pres">
      <dgm:prSet presAssocID="{3BC21B49-5F25-44C7-AA72-FC4F47AA8345}" presName="hierChild3" presStyleCnt="0"/>
      <dgm:spPr/>
    </dgm:pt>
    <dgm:pt modelId="{2C598984-8F7B-4EB9-A535-B4299C817D20}" type="pres">
      <dgm:prSet presAssocID="{FB60F1C9-1DE0-4303-9FF6-7B45E045509E}" presName="Name10" presStyleLbl="parChTrans1D2" presStyleIdx="1" presStyleCnt="2"/>
      <dgm:spPr/>
    </dgm:pt>
    <dgm:pt modelId="{73BDA697-2B4A-40B4-9B44-19D5533C6174}" type="pres">
      <dgm:prSet presAssocID="{C66A70F2-1333-4D18-8CF3-1A94EA7CD75A}" presName="hierRoot2" presStyleCnt="0"/>
      <dgm:spPr/>
    </dgm:pt>
    <dgm:pt modelId="{F3D2D541-FCE1-4223-8460-15FE76792B50}" type="pres">
      <dgm:prSet presAssocID="{C66A70F2-1333-4D18-8CF3-1A94EA7CD75A}" presName="composite2" presStyleCnt="0"/>
      <dgm:spPr/>
    </dgm:pt>
    <dgm:pt modelId="{001E7C57-984F-484D-8917-E6CF421718E9}" type="pres">
      <dgm:prSet presAssocID="{C66A70F2-1333-4D18-8CF3-1A94EA7CD75A}" presName="background2" presStyleLbl="node2" presStyleIdx="1" presStyleCnt="2"/>
      <dgm:spPr>
        <a:solidFill>
          <a:srgbClr val="734B67"/>
        </a:solidFill>
      </dgm:spPr>
    </dgm:pt>
    <dgm:pt modelId="{0326C9BE-C984-41D1-B8D9-1C9FAD069439}" type="pres">
      <dgm:prSet presAssocID="{C66A70F2-1333-4D18-8CF3-1A94EA7CD75A}" presName="text2" presStyleLbl="fgAcc2" presStyleIdx="1" presStyleCnt="2">
        <dgm:presLayoutVars>
          <dgm:chPref val="3"/>
        </dgm:presLayoutVars>
      </dgm:prSet>
      <dgm:spPr/>
    </dgm:pt>
    <dgm:pt modelId="{BD617F9A-4142-4F98-A180-F9CEF90322AD}" type="pres">
      <dgm:prSet presAssocID="{C66A70F2-1333-4D18-8CF3-1A94EA7CD75A}" presName="hierChild3" presStyleCnt="0"/>
      <dgm:spPr/>
    </dgm:pt>
  </dgm:ptLst>
  <dgm:cxnLst>
    <dgm:cxn modelId="{40BED21E-B474-4C6A-BB95-C6695C4B702B}" srcId="{B22F8EDF-764B-4368-AFBC-F68B88A56AD6}" destId="{8AB8E3BE-3023-4A32-8C0E-A5E496CA3C5E}" srcOrd="0" destOrd="0" parTransId="{A37784C2-9F79-42E0-836E-F59A70473C65}" sibTransId="{75F2CAFB-A761-4DB0-809A-DCC7C194AFE2}"/>
    <dgm:cxn modelId="{073BB320-B802-4064-B3F8-BA9A155A10F8}" type="presOf" srcId="{8AB8E3BE-3023-4A32-8C0E-A5E496CA3C5E}" destId="{A54F32DE-84F4-4729-9769-2A3D184CBE39}" srcOrd="0" destOrd="0" presId="urn:microsoft.com/office/officeart/2005/8/layout/hierarchy1"/>
    <dgm:cxn modelId="{C9F6292F-C36C-4E2F-9C43-55CD4E30BBE8}" type="presOf" srcId="{C66A70F2-1333-4D18-8CF3-1A94EA7CD75A}" destId="{0326C9BE-C984-41D1-B8D9-1C9FAD069439}" srcOrd="0" destOrd="0" presId="urn:microsoft.com/office/officeart/2005/8/layout/hierarchy1"/>
    <dgm:cxn modelId="{BAA6BE3C-5D74-47E1-9FD4-E2D151F63497}" srcId="{8AB8E3BE-3023-4A32-8C0E-A5E496CA3C5E}" destId="{3BC21B49-5F25-44C7-AA72-FC4F47AA8345}" srcOrd="0" destOrd="0" parTransId="{EE92B5A5-9BA4-48BD-A99E-D26A3823A8AB}" sibTransId="{6B707B86-F5BB-407B-874D-C408C92B28B7}"/>
    <dgm:cxn modelId="{74406A40-AF4B-4CE8-BF7A-18FAA1C62AED}" type="presOf" srcId="{EE92B5A5-9BA4-48BD-A99E-D26A3823A8AB}" destId="{AD866C95-DF7A-4AD6-957C-50F612E5216F}" srcOrd="0" destOrd="0" presId="urn:microsoft.com/office/officeart/2005/8/layout/hierarchy1"/>
    <dgm:cxn modelId="{66C0E365-5B44-4800-A5EB-F47B72671D7E}" type="presOf" srcId="{B22F8EDF-764B-4368-AFBC-F68B88A56AD6}" destId="{4A553FA3-FB0F-42FA-9B79-81F188D5D6BF}" srcOrd="0" destOrd="0" presId="urn:microsoft.com/office/officeart/2005/8/layout/hierarchy1"/>
    <dgm:cxn modelId="{72FDFC6D-2DED-41D0-B14E-782B27951D40}" type="presOf" srcId="{FB60F1C9-1DE0-4303-9FF6-7B45E045509E}" destId="{2C598984-8F7B-4EB9-A535-B4299C817D20}" srcOrd="0" destOrd="0" presId="urn:microsoft.com/office/officeart/2005/8/layout/hierarchy1"/>
    <dgm:cxn modelId="{7DD4E1AA-BDE3-4987-BD89-5FFD93AB1CD8}" srcId="{8AB8E3BE-3023-4A32-8C0E-A5E496CA3C5E}" destId="{C66A70F2-1333-4D18-8CF3-1A94EA7CD75A}" srcOrd="1" destOrd="0" parTransId="{FB60F1C9-1DE0-4303-9FF6-7B45E045509E}" sibTransId="{640042F4-BBE3-4B3B-93AC-0612DABE214B}"/>
    <dgm:cxn modelId="{588420B4-0CC4-4F7E-B6AD-CB3F7423C974}" type="presOf" srcId="{3BC21B49-5F25-44C7-AA72-FC4F47AA8345}" destId="{5B100AC6-926C-41EC-BEA2-176B643018FD}" srcOrd="0" destOrd="0" presId="urn:microsoft.com/office/officeart/2005/8/layout/hierarchy1"/>
    <dgm:cxn modelId="{30A044AB-A260-4129-B0F1-7740418D4990}" type="presParOf" srcId="{4A553FA3-FB0F-42FA-9B79-81F188D5D6BF}" destId="{23A92F34-B192-44BD-B950-DC443E32E569}" srcOrd="0" destOrd="0" presId="urn:microsoft.com/office/officeart/2005/8/layout/hierarchy1"/>
    <dgm:cxn modelId="{88E2F59B-132C-44DC-818A-7B9FDAA6EBF8}" type="presParOf" srcId="{23A92F34-B192-44BD-B950-DC443E32E569}" destId="{558CFBDC-0FA9-4DC3-B5F1-BED601CFC952}" srcOrd="0" destOrd="0" presId="urn:microsoft.com/office/officeart/2005/8/layout/hierarchy1"/>
    <dgm:cxn modelId="{96DE96AB-76D0-4C6C-B927-0D06BF2AEECC}" type="presParOf" srcId="{558CFBDC-0FA9-4DC3-B5F1-BED601CFC952}" destId="{67A69FCD-335E-4A7A-8478-8AC12F406FD0}" srcOrd="0" destOrd="0" presId="urn:microsoft.com/office/officeart/2005/8/layout/hierarchy1"/>
    <dgm:cxn modelId="{5FE64B7B-E5D0-4E6E-B0C1-95F2BE84E2FC}" type="presParOf" srcId="{558CFBDC-0FA9-4DC3-B5F1-BED601CFC952}" destId="{A54F32DE-84F4-4729-9769-2A3D184CBE39}" srcOrd="1" destOrd="0" presId="urn:microsoft.com/office/officeart/2005/8/layout/hierarchy1"/>
    <dgm:cxn modelId="{6734B566-9901-4359-96E5-1B311099488C}" type="presParOf" srcId="{23A92F34-B192-44BD-B950-DC443E32E569}" destId="{15560210-10A4-4E7B-A805-4E34997ACF34}" srcOrd="1" destOrd="0" presId="urn:microsoft.com/office/officeart/2005/8/layout/hierarchy1"/>
    <dgm:cxn modelId="{1C3EE3FA-FF16-4238-9CBD-BDEE2D96403E}" type="presParOf" srcId="{15560210-10A4-4E7B-A805-4E34997ACF34}" destId="{AD866C95-DF7A-4AD6-957C-50F612E5216F}" srcOrd="0" destOrd="0" presId="urn:microsoft.com/office/officeart/2005/8/layout/hierarchy1"/>
    <dgm:cxn modelId="{F43B9C16-AE37-40F7-A8C4-D89709C35CE9}" type="presParOf" srcId="{15560210-10A4-4E7B-A805-4E34997ACF34}" destId="{90A50599-E430-4B33-BC6F-9AA091362C5F}" srcOrd="1" destOrd="0" presId="urn:microsoft.com/office/officeart/2005/8/layout/hierarchy1"/>
    <dgm:cxn modelId="{E0900D42-28CC-4796-9D01-7C7452EA340E}" type="presParOf" srcId="{90A50599-E430-4B33-BC6F-9AA091362C5F}" destId="{FD15DAB4-9DCD-4E23-9018-3EDB9842FA39}" srcOrd="0" destOrd="0" presId="urn:microsoft.com/office/officeart/2005/8/layout/hierarchy1"/>
    <dgm:cxn modelId="{B950088E-D28B-4508-8A4B-15B770F0CAC1}" type="presParOf" srcId="{FD15DAB4-9DCD-4E23-9018-3EDB9842FA39}" destId="{D1261443-B9F4-484D-802E-43A69E2471BF}" srcOrd="0" destOrd="0" presId="urn:microsoft.com/office/officeart/2005/8/layout/hierarchy1"/>
    <dgm:cxn modelId="{AB4FA6B5-508B-495F-BD16-BE5F1C152F14}" type="presParOf" srcId="{FD15DAB4-9DCD-4E23-9018-3EDB9842FA39}" destId="{5B100AC6-926C-41EC-BEA2-176B643018FD}" srcOrd="1" destOrd="0" presId="urn:microsoft.com/office/officeart/2005/8/layout/hierarchy1"/>
    <dgm:cxn modelId="{C03166C9-E87E-48C0-81D2-3A3EA2809138}" type="presParOf" srcId="{90A50599-E430-4B33-BC6F-9AA091362C5F}" destId="{82D98905-508D-4701-AE0B-A48467976E4D}" srcOrd="1" destOrd="0" presId="urn:microsoft.com/office/officeart/2005/8/layout/hierarchy1"/>
    <dgm:cxn modelId="{D9C4ADA6-71C5-435F-AE00-EBF242C456E7}" type="presParOf" srcId="{15560210-10A4-4E7B-A805-4E34997ACF34}" destId="{2C598984-8F7B-4EB9-A535-B4299C817D20}" srcOrd="2" destOrd="0" presId="urn:microsoft.com/office/officeart/2005/8/layout/hierarchy1"/>
    <dgm:cxn modelId="{A39ABEC6-3F24-4EC8-BE3A-28DE873D8142}" type="presParOf" srcId="{15560210-10A4-4E7B-A805-4E34997ACF34}" destId="{73BDA697-2B4A-40B4-9B44-19D5533C6174}" srcOrd="3" destOrd="0" presId="urn:microsoft.com/office/officeart/2005/8/layout/hierarchy1"/>
    <dgm:cxn modelId="{E69D0172-DF17-4D7E-824C-3D714B3D411F}" type="presParOf" srcId="{73BDA697-2B4A-40B4-9B44-19D5533C6174}" destId="{F3D2D541-FCE1-4223-8460-15FE76792B50}" srcOrd="0" destOrd="0" presId="urn:microsoft.com/office/officeart/2005/8/layout/hierarchy1"/>
    <dgm:cxn modelId="{F12D4CB5-C1BA-4DC7-BDAA-4CDE30EAD269}" type="presParOf" srcId="{F3D2D541-FCE1-4223-8460-15FE76792B50}" destId="{001E7C57-984F-484D-8917-E6CF421718E9}" srcOrd="0" destOrd="0" presId="urn:microsoft.com/office/officeart/2005/8/layout/hierarchy1"/>
    <dgm:cxn modelId="{A44A5150-3B09-4DAE-B20E-65C3B6ADBB46}" type="presParOf" srcId="{F3D2D541-FCE1-4223-8460-15FE76792B50}" destId="{0326C9BE-C984-41D1-B8D9-1C9FAD069439}" srcOrd="1" destOrd="0" presId="urn:microsoft.com/office/officeart/2005/8/layout/hierarchy1"/>
    <dgm:cxn modelId="{40DD964D-FABA-46C3-90A7-5816E67A6F38}" type="presParOf" srcId="{73BDA697-2B4A-40B4-9B44-19D5533C6174}" destId="{BD617F9A-4142-4F98-A180-F9CEF90322A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952F46C-1657-412B-B513-F584241CBFB2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FCC04F-A5CF-4C6E-9D60-02DEA58BDA49}">
      <dgm:prSet/>
      <dgm:spPr>
        <a:solidFill>
          <a:srgbClr val="734B67"/>
        </a:solidFill>
      </dgm:spPr>
      <dgm:t>
        <a:bodyPr/>
        <a:lstStyle/>
        <a:p>
          <a:r>
            <a:rPr lang="en-GB" b="1"/>
            <a:t>Observed Across Studies</a:t>
          </a:r>
          <a:endParaRPr lang="en-US"/>
        </a:p>
      </dgm:t>
    </dgm:pt>
    <dgm:pt modelId="{28D71319-3439-47B5-AA3B-9B4AEA73B843}" type="parTrans" cxnId="{00D63A06-EF97-4790-A4BA-8E618BDA32F6}">
      <dgm:prSet/>
      <dgm:spPr/>
      <dgm:t>
        <a:bodyPr/>
        <a:lstStyle/>
        <a:p>
          <a:endParaRPr lang="en-US"/>
        </a:p>
      </dgm:t>
    </dgm:pt>
    <dgm:pt modelId="{FC162CC3-808D-41F6-85B6-41C901561149}" type="sibTrans" cxnId="{00D63A06-EF97-4790-A4BA-8E618BDA32F6}">
      <dgm:prSet/>
      <dgm:spPr/>
      <dgm:t>
        <a:bodyPr/>
        <a:lstStyle/>
        <a:p>
          <a:endParaRPr lang="en-US"/>
        </a:p>
      </dgm:t>
    </dgm:pt>
    <dgm:pt modelId="{BD730440-25FD-4667-AE87-A2532218B691}">
      <dgm:prSet/>
      <dgm:spPr>
        <a:solidFill>
          <a:srgbClr val="734B67"/>
        </a:solidFill>
      </dgm:spPr>
      <dgm:t>
        <a:bodyPr/>
        <a:lstStyle/>
        <a:p>
          <a:r>
            <a:rPr lang="en-GB" b="1" dirty="0"/>
            <a:t>Key Question </a:t>
          </a:r>
        </a:p>
      </dgm:t>
    </dgm:pt>
    <dgm:pt modelId="{9600E25C-4454-49D3-811B-904EF10004CB}" type="parTrans" cxnId="{DD012613-BA34-4A60-A7F5-5A0F69F4C83A}">
      <dgm:prSet/>
      <dgm:spPr/>
      <dgm:t>
        <a:bodyPr/>
        <a:lstStyle/>
        <a:p>
          <a:endParaRPr lang="en-US"/>
        </a:p>
      </dgm:t>
    </dgm:pt>
    <dgm:pt modelId="{E9742730-8D43-401B-9B6E-5651EF1ED939}" type="sibTrans" cxnId="{DD012613-BA34-4A60-A7F5-5A0F69F4C83A}">
      <dgm:prSet/>
      <dgm:spPr/>
      <dgm:t>
        <a:bodyPr/>
        <a:lstStyle/>
        <a:p>
          <a:endParaRPr lang="en-US"/>
        </a:p>
      </dgm:t>
    </dgm:pt>
    <dgm:pt modelId="{CD4234BE-0D53-48C9-A748-1A8577C859A8}">
      <dgm:prSet/>
      <dgm:spPr>
        <a:solidFill>
          <a:srgbClr val="734B67"/>
        </a:solidFill>
      </dgm:spPr>
      <dgm:t>
        <a:bodyPr/>
        <a:lstStyle/>
        <a:p>
          <a:r>
            <a:rPr lang="en-GB" b="1"/>
            <a:t>Important Consideration</a:t>
          </a:r>
          <a:endParaRPr lang="en-US"/>
        </a:p>
      </dgm:t>
    </dgm:pt>
    <dgm:pt modelId="{B1678405-6A50-4060-9BA6-95BA6BF7DA89}" type="parTrans" cxnId="{28060794-F9A5-4061-8937-B74FD38C947F}">
      <dgm:prSet/>
      <dgm:spPr/>
      <dgm:t>
        <a:bodyPr/>
        <a:lstStyle/>
        <a:p>
          <a:endParaRPr lang="en-US"/>
        </a:p>
      </dgm:t>
    </dgm:pt>
    <dgm:pt modelId="{D6148144-DE9C-4E4D-80FD-41B029603496}" type="sibTrans" cxnId="{28060794-F9A5-4061-8937-B74FD38C947F}">
      <dgm:prSet/>
      <dgm:spPr/>
      <dgm:t>
        <a:bodyPr/>
        <a:lstStyle/>
        <a:p>
          <a:endParaRPr lang="en-US"/>
        </a:p>
      </dgm:t>
    </dgm:pt>
    <dgm:pt modelId="{6E7B94AF-AED6-4DF8-8BFA-7C14C54FFC50}">
      <dgm:prSet/>
      <dgm:spPr>
        <a:solidFill>
          <a:srgbClr val="734B67"/>
        </a:solidFill>
      </dgm:spPr>
      <dgm:t>
        <a:bodyPr/>
        <a:lstStyle/>
        <a:p>
          <a:r>
            <a:rPr lang="en-GB" dirty="0"/>
            <a:t>However, cluster granularity may depend on</a:t>
          </a:r>
          <a:endParaRPr lang="en-US" dirty="0"/>
        </a:p>
      </dgm:t>
    </dgm:pt>
    <dgm:pt modelId="{4782D3D9-23CC-40D6-A08A-2B97360D8860}" type="parTrans" cxnId="{641FD198-AFE4-4F15-B516-CB2C2EB8BA93}">
      <dgm:prSet/>
      <dgm:spPr/>
      <dgm:t>
        <a:bodyPr/>
        <a:lstStyle/>
        <a:p>
          <a:endParaRPr lang="en-US"/>
        </a:p>
      </dgm:t>
    </dgm:pt>
    <dgm:pt modelId="{6CF71F8C-C381-40EA-8609-3FF9ED4A077E}" type="sibTrans" cxnId="{641FD198-AFE4-4F15-B516-CB2C2EB8BA93}">
      <dgm:prSet/>
      <dgm:spPr/>
      <dgm:t>
        <a:bodyPr/>
        <a:lstStyle/>
        <a:p>
          <a:endParaRPr lang="en-US"/>
        </a:p>
      </dgm:t>
    </dgm:pt>
    <dgm:pt modelId="{7AD009C1-5279-41AF-9DBA-266FA12CC095}">
      <dgm:prSet/>
      <dgm:spPr/>
      <dgm:t>
        <a:bodyPr/>
        <a:lstStyle/>
        <a:p>
          <a:r>
            <a:rPr lang="en-GB"/>
            <a:t>2 subtypes → small MCI cohort</a:t>
          </a:r>
        </a:p>
      </dgm:t>
    </dgm:pt>
    <dgm:pt modelId="{64080586-124A-4589-B096-DF97BC50F55F}" type="parTrans" cxnId="{3EBD820D-73FA-4EEE-847A-FCB460DE2E2F}">
      <dgm:prSet/>
      <dgm:spPr/>
      <dgm:t>
        <a:bodyPr/>
        <a:lstStyle/>
        <a:p>
          <a:endParaRPr lang="en-GB"/>
        </a:p>
      </dgm:t>
    </dgm:pt>
    <dgm:pt modelId="{7A2C8B86-A3CC-4A2F-B3A5-5424EE57022E}" type="sibTrans" cxnId="{3EBD820D-73FA-4EEE-847A-FCB460DE2E2F}">
      <dgm:prSet/>
      <dgm:spPr/>
      <dgm:t>
        <a:bodyPr/>
        <a:lstStyle/>
        <a:p>
          <a:endParaRPr lang="en-GB"/>
        </a:p>
      </dgm:t>
    </dgm:pt>
    <dgm:pt modelId="{227B22D5-FBBB-4F1A-9F1F-00AD80B3ABB2}">
      <dgm:prSet/>
      <dgm:spPr/>
      <dgm:t>
        <a:bodyPr/>
        <a:lstStyle/>
        <a:p>
          <a:r>
            <a:rPr lang="en-GB"/>
            <a:t>3 subtypes → ~200 individuals</a:t>
          </a:r>
          <a:endParaRPr lang="en-US" dirty="0"/>
        </a:p>
      </dgm:t>
    </dgm:pt>
    <dgm:pt modelId="{79873EC2-D6C7-4D3D-B9BA-388EB2206DCD}" type="parTrans" cxnId="{E6951077-F6AD-457F-9E0E-92B617DEF2FA}">
      <dgm:prSet/>
      <dgm:spPr/>
      <dgm:t>
        <a:bodyPr/>
        <a:lstStyle/>
        <a:p>
          <a:endParaRPr lang="en-GB"/>
        </a:p>
      </dgm:t>
    </dgm:pt>
    <dgm:pt modelId="{A4C9DA67-9C94-42C0-9162-454F663D548E}" type="sibTrans" cxnId="{E6951077-F6AD-457F-9E0E-92B617DEF2FA}">
      <dgm:prSet/>
      <dgm:spPr/>
      <dgm:t>
        <a:bodyPr/>
        <a:lstStyle/>
        <a:p>
          <a:endParaRPr lang="en-GB"/>
        </a:p>
      </dgm:t>
    </dgm:pt>
    <dgm:pt modelId="{24D2FFB7-6827-4293-9B0A-6CA2750DD9A8}">
      <dgm:prSet/>
      <dgm:spPr/>
      <dgm:t>
        <a:bodyPr/>
        <a:lstStyle/>
        <a:p>
          <a:r>
            <a:rPr lang="en-GB"/>
            <a:t>5 subtypes → ~400+ individuals</a:t>
          </a:r>
          <a:endParaRPr lang="en-US" dirty="0"/>
        </a:p>
      </dgm:t>
    </dgm:pt>
    <dgm:pt modelId="{574B83A2-D9B9-438B-82A6-5D8F589674A4}" type="parTrans" cxnId="{841E2A4A-6594-4A1F-B630-33BF2D7B5E19}">
      <dgm:prSet/>
      <dgm:spPr/>
      <dgm:t>
        <a:bodyPr/>
        <a:lstStyle/>
        <a:p>
          <a:endParaRPr lang="en-GB"/>
        </a:p>
      </dgm:t>
    </dgm:pt>
    <dgm:pt modelId="{75639A82-C671-4367-8BBB-5A01E8EF97FB}" type="sibTrans" cxnId="{841E2A4A-6594-4A1F-B630-33BF2D7B5E19}">
      <dgm:prSet/>
      <dgm:spPr/>
      <dgm:t>
        <a:bodyPr/>
        <a:lstStyle/>
        <a:p>
          <a:endParaRPr lang="en-GB"/>
        </a:p>
      </dgm:t>
    </dgm:pt>
    <dgm:pt modelId="{5076BC74-1C0C-41DC-90E0-CC4669B23744}">
      <dgm:prSet/>
      <dgm:spPr/>
      <dgm:t>
        <a:bodyPr/>
        <a:lstStyle/>
        <a:p>
          <a:r>
            <a:rPr lang="en-GB"/>
            <a:t>Does the number of clusters reflect true biological diversity</a:t>
          </a:r>
          <a:br>
            <a:rPr lang="en-GB"/>
          </a:br>
          <a:r>
            <a:rPr lang="en-GB"/>
            <a:t>or increased statistical resolution with larger sample size?</a:t>
          </a:r>
        </a:p>
      </dgm:t>
    </dgm:pt>
    <dgm:pt modelId="{D9DC7925-A6B5-43A8-9FB9-144C40F9342D}" type="parTrans" cxnId="{AFC8FAFC-578A-41C4-9DE2-CDD33D54C7FB}">
      <dgm:prSet/>
      <dgm:spPr/>
      <dgm:t>
        <a:bodyPr/>
        <a:lstStyle/>
        <a:p>
          <a:endParaRPr lang="en-GB"/>
        </a:p>
      </dgm:t>
    </dgm:pt>
    <dgm:pt modelId="{303C5E62-E9E3-4694-809E-3E675CC9D265}" type="sibTrans" cxnId="{AFC8FAFC-578A-41C4-9DE2-CDD33D54C7FB}">
      <dgm:prSet/>
      <dgm:spPr/>
      <dgm:t>
        <a:bodyPr/>
        <a:lstStyle/>
        <a:p>
          <a:endParaRPr lang="en-GB"/>
        </a:p>
      </dgm:t>
    </dgm:pt>
    <dgm:pt modelId="{91367A27-B778-482A-B74F-A72719820B9E}">
      <dgm:prSet/>
      <dgm:spPr/>
      <dgm:t>
        <a:bodyPr/>
        <a:lstStyle/>
        <a:p>
          <a:r>
            <a:rPr lang="en-GB"/>
            <a:t>Larger N may reveal finer substructure</a:t>
          </a:r>
        </a:p>
      </dgm:t>
    </dgm:pt>
    <dgm:pt modelId="{1BEBECEF-1207-41E9-A429-3574D9B3784D}" type="parTrans" cxnId="{573884B6-2385-48F0-ADD8-67978171FDD2}">
      <dgm:prSet/>
      <dgm:spPr/>
      <dgm:t>
        <a:bodyPr/>
        <a:lstStyle/>
        <a:p>
          <a:endParaRPr lang="en-GB"/>
        </a:p>
      </dgm:t>
    </dgm:pt>
    <dgm:pt modelId="{15552A68-6B19-4C3B-BFAF-CCBB0D5D6923}" type="sibTrans" cxnId="{573884B6-2385-48F0-ADD8-67978171FDD2}">
      <dgm:prSet/>
      <dgm:spPr/>
      <dgm:t>
        <a:bodyPr/>
        <a:lstStyle/>
        <a:p>
          <a:endParaRPr lang="en-GB"/>
        </a:p>
      </dgm:t>
    </dgm:pt>
    <dgm:pt modelId="{A816CFFF-F48A-4758-B17B-F805299E1120}">
      <dgm:prSet/>
      <dgm:spPr/>
      <dgm:t>
        <a:bodyPr/>
        <a:lstStyle/>
        <a:p>
          <a:r>
            <a:rPr lang="en-GB"/>
            <a:t>Sample heterogeneity</a:t>
          </a:r>
        </a:p>
      </dgm:t>
    </dgm:pt>
    <dgm:pt modelId="{CAF7FCB2-0683-4886-A6BD-935F616D6F17}" type="parTrans" cxnId="{93DB44A3-CB2B-4DC5-A935-61F6522E36B7}">
      <dgm:prSet/>
      <dgm:spPr/>
      <dgm:t>
        <a:bodyPr/>
        <a:lstStyle/>
        <a:p>
          <a:endParaRPr lang="en-GB"/>
        </a:p>
      </dgm:t>
    </dgm:pt>
    <dgm:pt modelId="{6A5C769A-08E1-45E3-9FD5-EA8E4515D326}" type="sibTrans" cxnId="{93DB44A3-CB2B-4DC5-A935-61F6522E36B7}">
      <dgm:prSet/>
      <dgm:spPr/>
      <dgm:t>
        <a:bodyPr/>
        <a:lstStyle/>
        <a:p>
          <a:endParaRPr lang="en-GB"/>
        </a:p>
      </dgm:t>
    </dgm:pt>
    <dgm:pt modelId="{13406B6A-26B0-4F37-A16E-9CE08FBC4C7C}">
      <dgm:prSet/>
      <dgm:spPr/>
      <dgm:t>
        <a:bodyPr/>
        <a:lstStyle/>
        <a:p>
          <a:r>
            <a:rPr lang="en-GB"/>
            <a:t>Statistical power</a:t>
          </a:r>
          <a:endParaRPr lang="en-US"/>
        </a:p>
      </dgm:t>
    </dgm:pt>
    <dgm:pt modelId="{D91CD3B0-FA00-4515-8167-22F52A83E7B8}" type="parTrans" cxnId="{F18E611F-A581-41AA-8111-CD8F51713C3E}">
      <dgm:prSet/>
      <dgm:spPr/>
      <dgm:t>
        <a:bodyPr/>
        <a:lstStyle/>
        <a:p>
          <a:endParaRPr lang="en-GB"/>
        </a:p>
      </dgm:t>
    </dgm:pt>
    <dgm:pt modelId="{01CD1BFD-434E-46ED-B4D6-2B84DDC1A342}" type="sibTrans" cxnId="{F18E611F-A581-41AA-8111-CD8F51713C3E}">
      <dgm:prSet/>
      <dgm:spPr/>
      <dgm:t>
        <a:bodyPr/>
        <a:lstStyle/>
        <a:p>
          <a:endParaRPr lang="en-GB"/>
        </a:p>
      </dgm:t>
    </dgm:pt>
    <dgm:pt modelId="{8FE095DC-1D22-4A6C-AAA7-1EB6BE83FC82}">
      <dgm:prSet/>
      <dgm:spPr/>
      <dgm:t>
        <a:bodyPr/>
        <a:lstStyle/>
        <a:p>
          <a:r>
            <a:rPr lang="en-GB"/>
            <a:t>Noise structure</a:t>
          </a:r>
          <a:endParaRPr lang="en-US" dirty="0"/>
        </a:p>
      </dgm:t>
    </dgm:pt>
    <dgm:pt modelId="{C63D8307-35C1-4B6A-8331-13506F2B2983}" type="parTrans" cxnId="{A45B567C-45D3-49A4-AD85-C1CB3F9F9ECB}">
      <dgm:prSet/>
      <dgm:spPr/>
      <dgm:t>
        <a:bodyPr/>
        <a:lstStyle/>
        <a:p>
          <a:endParaRPr lang="en-GB"/>
        </a:p>
      </dgm:t>
    </dgm:pt>
    <dgm:pt modelId="{994E4C85-E07B-4651-ADB6-FF6C279B7BBE}" type="sibTrans" cxnId="{A45B567C-45D3-49A4-AD85-C1CB3F9F9ECB}">
      <dgm:prSet/>
      <dgm:spPr/>
      <dgm:t>
        <a:bodyPr/>
        <a:lstStyle/>
        <a:p>
          <a:endParaRPr lang="en-GB"/>
        </a:p>
      </dgm:t>
    </dgm:pt>
    <dgm:pt modelId="{CA89BA3A-AE38-48B4-97B7-8A2D383C9E2B}">
      <dgm:prSet/>
      <dgm:spPr/>
      <dgm:t>
        <a:bodyPr/>
        <a:lstStyle/>
        <a:p>
          <a:r>
            <a:rPr lang="en-GB"/>
            <a:t>Model sensitivity</a:t>
          </a:r>
          <a:endParaRPr lang="en-US" dirty="0"/>
        </a:p>
      </dgm:t>
    </dgm:pt>
    <dgm:pt modelId="{A57C69DD-64FB-4423-814D-BF7643DCB057}" type="parTrans" cxnId="{0F8893BE-FF26-4E4F-948A-8AA3439C491D}">
      <dgm:prSet/>
      <dgm:spPr/>
      <dgm:t>
        <a:bodyPr/>
        <a:lstStyle/>
        <a:p>
          <a:endParaRPr lang="en-GB"/>
        </a:p>
      </dgm:t>
    </dgm:pt>
    <dgm:pt modelId="{F410962F-41A7-4CA4-9CD2-96508F3739C6}" type="sibTrans" cxnId="{0F8893BE-FF26-4E4F-948A-8AA3439C491D}">
      <dgm:prSet/>
      <dgm:spPr/>
      <dgm:t>
        <a:bodyPr/>
        <a:lstStyle/>
        <a:p>
          <a:endParaRPr lang="en-GB"/>
        </a:p>
      </dgm:t>
    </dgm:pt>
    <dgm:pt modelId="{F8350332-E905-4841-B963-5FB688D1C80C}" type="pres">
      <dgm:prSet presAssocID="{4952F46C-1657-412B-B513-F584241CBFB2}" presName="Name0" presStyleCnt="0">
        <dgm:presLayoutVars>
          <dgm:dir/>
          <dgm:animLvl val="lvl"/>
          <dgm:resizeHandles val="exact"/>
        </dgm:presLayoutVars>
      </dgm:prSet>
      <dgm:spPr/>
    </dgm:pt>
    <dgm:pt modelId="{9BDA85FD-0FAB-45AF-94C3-A73172093A88}" type="pres">
      <dgm:prSet presAssocID="{6E7B94AF-AED6-4DF8-8BFA-7C14C54FFC50}" presName="boxAndChildren" presStyleCnt="0"/>
      <dgm:spPr/>
    </dgm:pt>
    <dgm:pt modelId="{FD416F59-F795-4EDF-B99A-89285A5ABCBB}" type="pres">
      <dgm:prSet presAssocID="{6E7B94AF-AED6-4DF8-8BFA-7C14C54FFC50}" presName="parentTextBox" presStyleLbl="alignNode1" presStyleIdx="0" presStyleCnt="4"/>
      <dgm:spPr/>
    </dgm:pt>
    <dgm:pt modelId="{45E18B8B-B396-4571-8E42-94AEA8DC5FD2}" type="pres">
      <dgm:prSet presAssocID="{6E7B94AF-AED6-4DF8-8BFA-7C14C54FFC50}" presName="descendantBox" presStyleLbl="bgAccFollowNode1" presStyleIdx="0" presStyleCnt="4"/>
      <dgm:spPr/>
    </dgm:pt>
    <dgm:pt modelId="{DE4317DF-161D-4E16-A0A4-ABB49B68A8DE}" type="pres">
      <dgm:prSet presAssocID="{D6148144-DE9C-4E4D-80FD-41B029603496}" presName="sp" presStyleCnt="0"/>
      <dgm:spPr/>
    </dgm:pt>
    <dgm:pt modelId="{52BA5D19-BCD5-4B6E-BD3C-C960DD73D56B}" type="pres">
      <dgm:prSet presAssocID="{CD4234BE-0D53-48C9-A748-1A8577C859A8}" presName="arrowAndChildren" presStyleCnt="0"/>
      <dgm:spPr/>
    </dgm:pt>
    <dgm:pt modelId="{22D78EAB-7B8D-4EA5-A9BC-C347D8C09B55}" type="pres">
      <dgm:prSet presAssocID="{CD4234BE-0D53-48C9-A748-1A8577C859A8}" presName="parentTextArrow" presStyleLbl="node1" presStyleIdx="0" presStyleCnt="0"/>
      <dgm:spPr/>
    </dgm:pt>
    <dgm:pt modelId="{D48191F7-4DA5-4299-BC5B-22C3B0F33EBE}" type="pres">
      <dgm:prSet presAssocID="{CD4234BE-0D53-48C9-A748-1A8577C859A8}" presName="arrow" presStyleLbl="alignNode1" presStyleIdx="1" presStyleCnt="4"/>
      <dgm:spPr/>
    </dgm:pt>
    <dgm:pt modelId="{FCE7DCDF-9670-444E-9ACB-498DAB0297FC}" type="pres">
      <dgm:prSet presAssocID="{CD4234BE-0D53-48C9-A748-1A8577C859A8}" presName="descendantArrow" presStyleLbl="bgAccFollowNode1" presStyleIdx="1" presStyleCnt="4"/>
      <dgm:spPr/>
    </dgm:pt>
    <dgm:pt modelId="{B67750BA-2B28-46B2-A0BA-6C2B3F4A1A99}" type="pres">
      <dgm:prSet presAssocID="{E9742730-8D43-401B-9B6E-5651EF1ED939}" presName="sp" presStyleCnt="0"/>
      <dgm:spPr/>
    </dgm:pt>
    <dgm:pt modelId="{16446C20-88DC-473B-BFB7-4075C9FFCC73}" type="pres">
      <dgm:prSet presAssocID="{BD730440-25FD-4667-AE87-A2532218B691}" presName="arrowAndChildren" presStyleCnt="0"/>
      <dgm:spPr/>
    </dgm:pt>
    <dgm:pt modelId="{E89D0056-C5EA-4C91-AEF9-7F62941C9D1F}" type="pres">
      <dgm:prSet presAssocID="{BD730440-25FD-4667-AE87-A2532218B691}" presName="parentTextArrow" presStyleLbl="node1" presStyleIdx="0" presStyleCnt="0"/>
      <dgm:spPr/>
    </dgm:pt>
    <dgm:pt modelId="{F1A5EE8C-834A-4BDF-B862-11A2FBF3BAFB}" type="pres">
      <dgm:prSet presAssocID="{BD730440-25FD-4667-AE87-A2532218B691}" presName="arrow" presStyleLbl="alignNode1" presStyleIdx="2" presStyleCnt="4"/>
      <dgm:spPr/>
    </dgm:pt>
    <dgm:pt modelId="{DD455939-8A29-457F-9C8B-C3780ECD0C2F}" type="pres">
      <dgm:prSet presAssocID="{BD730440-25FD-4667-AE87-A2532218B691}" presName="descendantArrow" presStyleLbl="bgAccFollowNode1" presStyleIdx="2" presStyleCnt="4"/>
      <dgm:spPr/>
    </dgm:pt>
    <dgm:pt modelId="{5602A5B7-F09D-4B26-90C7-37546E7CDFB4}" type="pres">
      <dgm:prSet presAssocID="{FC162CC3-808D-41F6-85B6-41C901561149}" presName="sp" presStyleCnt="0"/>
      <dgm:spPr/>
    </dgm:pt>
    <dgm:pt modelId="{A7F35CA8-DB96-47AC-A4B6-8DEEA1E02B4A}" type="pres">
      <dgm:prSet presAssocID="{99FCC04F-A5CF-4C6E-9D60-02DEA58BDA49}" presName="arrowAndChildren" presStyleCnt="0"/>
      <dgm:spPr/>
    </dgm:pt>
    <dgm:pt modelId="{D030753E-7C3A-41E5-B721-1CBAFE58A396}" type="pres">
      <dgm:prSet presAssocID="{99FCC04F-A5CF-4C6E-9D60-02DEA58BDA49}" presName="parentTextArrow" presStyleLbl="node1" presStyleIdx="0" presStyleCnt="0"/>
      <dgm:spPr/>
    </dgm:pt>
    <dgm:pt modelId="{17BE472A-D018-4A84-A63A-9ACBB1BF28D3}" type="pres">
      <dgm:prSet presAssocID="{99FCC04F-A5CF-4C6E-9D60-02DEA58BDA49}" presName="arrow" presStyleLbl="alignNode1" presStyleIdx="3" presStyleCnt="4"/>
      <dgm:spPr/>
    </dgm:pt>
    <dgm:pt modelId="{5217B487-8A2A-44DF-9533-6994DEFFE634}" type="pres">
      <dgm:prSet presAssocID="{99FCC04F-A5CF-4C6E-9D60-02DEA58BDA49}" presName="descendantArrow" presStyleLbl="bgAccFollowNode1" presStyleIdx="3" presStyleCnt="4"/>
      <dgm:spPr/>
    </dgm:pt>
  </dgm:ptLst>
  <dgm:cxnLst>
    <dgm:cxn modelId="{00D63A06-EF97-4790-A4BA-8E618BDA32F6}" srcId="{4952F46C-1657-412B-B513-F584241CBFB2}" destId="{99FCC04F-A5CF-4C6E-9D60-02DEA58BDA49}" srcOrd="0" destOrd="0" parTransId="{28D71319-3439-47B5-AA3B-9B4AEA73B843}" sibTransId="{FC162CC3-808D-41F6-85B6-41C901561149}"/>
    <dgm:cxn modelId="{3EBD820D-73FA-4EEE-847A-FCB460DE2E2F}" srcId="{99FCC04F-A5CF-4C6E-9D60-02DEA58BDA49}" destId="{7AD009C1-5279-41AF-9DBA-266FA12CC095}" srcOrd="0" destOrd="0" parTransId="{64080586-124A-4589-B096-DF97BC50F55F}" sibTransId="{7A2C8B86-A3CC-4A2F-B3A5-5424EE57022E}"/>
    <dgm:cxn modelId="{0516C811-B6E0-4CBF-9EF7-16F6087C4D70}" type="presOf" srcId="{24D2FFB7-6827-4293-9B0A-6CA2750DD9A8}" destId="{5217B487-8A2A-44DF-9533-6994DEFFE634}" srcOrd="0" destOrd="1" presId="urn:microsoft.com/office/officeart/2016/7/layout/VerticalDownArrowProcess"/>
    <dgm:cxn modelId="{DD012613-BA34-4A60-A7F5-5A0F69F4C83A}" srcId="{4952F46C-1657-412B-B513-F584241CBFB2}" destId="{BD730440-25FD-4667-AE87-A2532218B691}" srcOrd="1" destOrd="0" parTransId="{9600E25C-4454-49D3-811B-904EF10004CB}" sibTransId="{E9742730-8D43-401B-9B6E-5651EF1ED939}"/>
    <dgm:cxn modelId="{0D7FAC1A-0388-4325-AA7E-ECE926A50ED7}" type="presOf" srcId="{7AD009C1-5279-41AF-9DBA-266FA12CC095}" destId="{5217B487-8A2A-44DF-9533-6994DEFFE634}" srcOrd="0" destOrd="0" presId="urn:microsoft.com/office/officeart/2016/7/layout/VerticalDownArrowProcess"/>
    <dgm:cxn modelId="{F18E611F-A581-41AA-8111-CD8F51713C3E}" srcId="{6E7B94AF-AED6-4DF8-8BFA-7C14C54FFC50}" destId="{13406B6A-26B0-4F37-A16E-9CE08FBC4C7C}" srcOrd="1" destOrd="0" parTransId="{D91CD3B0-FA00-4515-8167-22F52A83E7B8}" sibTransId="{01CD1BFD-434E-46ED-B4D6-2B84DDC1A342}"/>
    <dgm:cxn modelId="{56F5B73F-5C46-46AA-92FA-61DF1754D74D}" type="presOf" srcId="{CD4234BE-0D53-48C9-A748-1A8577C859A8}" destId="{D48191F7-4DA5-4299-BC5B-22C3B0F33EBE}" srcOrd="1" destOrd="0" presId="urn:microsoft.com/office/officeart/2016/7/layout/VerticalDownArrowProcess"/>
    <dgm:cxn modelId="{7C953E5B-1825-43BC-A69F-F3C34DC97D69}" type="presOf" srcId="{BD730440-25FD-4667-AE87-A2532218B691}" destId="{F1A5EE8C-834A-4BDF-B862-11A2FBF3BAFB}" srcOrd="1" destOrd="0" presId="urn:microsoft.com/office/officeart/2016/7/layout/VerticalDownArrowProcess"/>
    <dgm:cxn modelId="{CA5F6949-B36D-444B-9F35-87E31770BD7C}" type="presOf" srcId="{BD730440-25FD-4667-AE87-A2532218B691}" destId="{E89D0056-C5EA-4C91-AEF9-7F62941C9D1F}" srcOrd="0" destOrd="0" presId="urn:microsoft.com/office/officeart/2016/7/layout/VerticalDownArrowProcess"/>
    <dgm:cxn modelId="{841E2A4A-6594-4A1F-B630-33BF2D7B5E19}" srcId="{99FCC04F-A5CF-4C6E-9D60-02DEA58BDA49}" destId="{24D2FFB7-6827-4293-9B0A-6CA2750DD9A8}" srcOrd="1" destOrd="0" parTransId="{574B83A2-D9B9-438B-82A6-5D8F589674A4}" sibTransId="{75639A82-C671-4367-8BBB-5A01E8EF97FB}"/>
    <dgm:cxn modelId="{3D0C436C-F4E7-4C36-A81D-5B5C03878D4A}" type="presOf" srcId="{CA89BA3A-AE38-48B4-97B7-8A2D383C9E2B}" destId="{45E18B8B-B396-4571-8E42-94AEA8DC5FD2}" srcOrd="0" destOrd="3" presId="urn:microsoft.com/office/officeart/2016/7/layout/VerticalDownArrowProcess"/>
    <dgm:cxn modelId="{4BEBC16F-C8C0-4A87-B281-AC77E6B0478F}" type="presOf" srcId="{A816CFFF-F48A-4758-B17B-F805299E1120}" destId="{45E18B8B-B396-4571-8E42-94AEA8DC5FD2}" srcOrd="0" destOrd="0" presId="urn:microsoft.com/office/officeart/2016/7/layout/VerticalDownArrowProcess"/>
    <dgm:cxn modelId="{E6951077-F6AD-457F-9E0E-92B617DEF2FA}" srcId="{99FCC04F-A5CF-4C6E-9D60-02DEA58BDA49}" destId="{227B22D5-FBBB-4F1A-9F1F-00AD80B3ABB2}" srcOrd="2" destOrd="0" parTransId="{79873EC2-D6C7-4D3D-B9BA-388EB2206DCD}" sibTransId="{A4C9DA67-9C94-42C0-9162-454F663D548E}"/>
    <dgm:cxn modelId="{A45B567C-45D3-49A4-AD85-C1CB3F9F9ECB}" srcId="{6E7B94AF-AED6-4DF8-8BFA-7C14C54FFC50}" destId="{8FE095DC-1D22-4A6C-AAA7-1EB6BE83FC82}" srcOrd="2" destOrd="0" parTransId="{C63D8307-35C1-4B6A-8331-13506F2B2983}" sibTransId="{994E4C85-E07B-4651-ADB6-FF6C279B7BBE}"/>
    <dgm:cxn modelId="{E69D8985-0A09-4D33-93EE-3F4552A6376B}" type="presOf" srcId="{CD4234BE-0D53-48C9-A748-1A8577C859A8}" destId="{22D78EAB-7B8D-4EA5-A9BC-C347D8C09B55}" srcOrd="0" destOrd="0" presId="urn:microsoft.com/office/officeart/2016/7/layout/VerticalDownArrowProcess"/>
    <dgm:cxn modelId="{28060794-F9A5-4061-8937-B74FD38C947F}" srcId="{4952F46C-1657-412B-B513-F584241CBFB2}" destId="{CD4234BE-0D53-48C9-A748-1A8577C859A8}" srcOrd="2" destOrd="0" parTransId="{B1678405-6A50-4060-9BA6-95BA6BF7DA89}" sibTransId="{D6148144-DE9C-4E4D-80FD-41B029603496}"/>
    <dgm:cxn modelId="{A6794095-1BBC-444E-A5D4-F6440BFB6AD4}" type="presOf" srcId="{13406B6A-26B0-4F37-A16E-9CE08FBC4C7C}" destId="{45E18B8B-B396-4571-8E42-94AEA8DC5FD2}" srcOrd="0" destOrd="1" presId="urn:microsoft.com/office/officeart/2016/7/layout/VerticalDownArrowProcess"/>
    <dgm:cxn modelId="{641FD198-AFE4-4F15-B516-CB2C2EB8BA93}" srcId="{4952F46C-1657-412B-B513-F584241CBFB2}" destId="{6E7B94AF-AED6-4DF8-8BFA-7C14C54FFC50}" srcOrd="3" destOrd="0" parTransId="{4782D3D9-23CC-40D6-A08A-2B97360D8860}" sibTransId="{6CF71F8C-C381-40EA-8609-3FF9ED4A077E}"/>
    <dgm:cxn modelId="{B7CF1EA0-9527-46DE-B35F-6B177AC15B58}" type="presOf" srcId="{4952F46C-1657-412B-B513-F584241CBFB2}" destId="{F8350332-E905-4841-B963-5FB688D1C80C}" srcOrd="0" destOrd="0" presId="urn:microsoft.com/office/officeart/2016/7/layout/VerticalDownArrowProcess"/>
    <dgm:cxn modelId="{93DB44A3-CB2B-4DC5-A935-61F6522E36B7}" srcId="{6E7B94AF-AED6-4DF8-8BFA-7C14C54FFC50}" destId="{A816CFFF-F48A-4758-B17B-F805299E1120}" srcOrd="0" destOrd="0" parTransId="{CAF7FCB2-0683-4886-A6BD-935F616D6F17}" sibTransId="{6A5C769A-08E1-45E3-9FD5-EA8E4515D326}"/>
    <dgm:cxn modelId="{C28068B2-C758-478F-919A-B0474F824A0A}" type="presOf" srcId="{99FCC04F-A5CF-4C6E-9D60-02DEA58BDA49}" destId="{17BE472A-D018-4A84-A63A-9ACBB1BF28D3}" srcOrd="1" destOrd="0" presId="urn:microsoft.com/office/officeart/2016/7/layout/VerticalDownArrowProcess"/>
    <dgm:cxn modelId="{573884B6-2385-48F0-ADD8-67978171FDD2}" srcId="{CD4234BE-0D53-48C9-A748-1A8577C859A8}" destId="{91367A27-B778-482A-B74F-A72719820B9E}" srcOrd="0" destOrd="0" parTransId="{1BEBECEF-1207-41E9-A429-3574D9B3784D}" sibTransId="{15552A68-6B19-4C3B-BFAF-CCBB0D5D6923}"/>
    <dgm:cxn modelId="{0F8893BE-FF26-4E4F-948A-8AA3439C491D}" srcId="{6E7B94AF-AED6-4DF8-8BFA-7C14C54FFC50}" destId="{CA89BA3A-AE38-48B4-97B7-8A2D383C9E2B}" srcOrd="3" destOrd="0" parTransId="{A57C69DD-64FB-4423-814D-BF7643DCB057}" sibTransId="{F410962F-41A7-4CA4-9CD2-96508F3739C6}"/>
    <dgm:cxn modelId="{42C850CB-0A93-4C84-B184-A149634C8840}" type="presOf" srcId="{5076BC74-1C0C-41DC-90E0-CC4669B23744}" destId="{DD455939-8A29-457F-9C8B-C3780ECD0C2F}" srcOrd="0" destOrd="0" presId="urn:microsoft.com/office/officeart/2016/7/layout/VerticalDownArrowProcess"/>
    <dgm:cxn modelId="{ECA574CB-CB4F-4DD7-8C67-31F631928D3E}" type="presOf" srcId="{91367A27-B778-482A-B74F-A72719820B9E}" destId="{FCE7DCDF-9670-444E-9ACB-498DAB0297FC}" srcOrd="0" destOrd="0" presId="urn:microsoft.com/office/officeart/2016/7/layout/VerticalDownArrowProcess"/>
    <dgm:cxn modelId="{5BDD11D8-ACFC-42FA-B7E6-9D7C854EA38E}" type="presOf" srcId="{6E7B94AF-AED6-4DF8-8BFA-7C14C54FFC50}" destId="{FD416F59-F795-4EDF-B99A-89285A5ABCBB}" srcOrd="0" destOrd="0" presId="urn:microsoft.com/office/officeart/2016/7/layout/VerticalDownArrowProcess"/>
    <dgm:cxn modelId="{1591B1E7-6B3C-46E6-AAAD-E51573FC4AC0}" type="presOf" srcId="{227B22D5-FBBB-4F1A-9F1F-00AD80B3ABB2}" destId="{5217B487-8A2A-44DF-9533-6994DEFFE634}" srcOrd="0" destOrd="2" presId="urn:microsoft.com/office/officeart/2016/7/layout/VerticalDownArrowProcess"/>
    <dgm:cxn modelId="{E78885EB-72CA-4F3C-8126-2FDCEABF49B6}" type="presOf" srcId="{99FCC04F-A5CF-4C6E-9D60-02DEA58BDA49}" destId="{D030753E-7C3A-41E5-B721-1CBAFE58A396}" srcOrd="0" destOrd="0" presId="urn:microsoft.com/office/officeart/2016/7/layout/VerticalDownArrowProcess"/>
    <dgm:cxn modelId="{7823D9F6-2D0B-4DD7-B665-5C62B8F7ABF8}" type="presOf" srcId="{8FE095DC-1D22-4A6C-AAA7-1EB6BE83FC82}" destId="{45E18B8B-B396-4571-8E42-94AEA8DC5FD2}" srcOrd="0" destOrd="2" presId="urn:microsoft.com/office/officeart/2016/7/layout/VerticalDownArrowProcess"/>
    <dgm:cxn modelId="{AFC8FAFC-578A-41C4-9DE2-CDD33D54C7FB}" srcId="{BD730440-25FD-4667-AE87-A2532218B691}" destId="{5076BC74-1C0C-41DC-90E0-CC4669B23744}" srcOrd="0" destOrd="0" parTransId="{D9DC7925-A6B5-43A8-9FB9-144C40F9342D}" sibTransId="{303C5E62-E9E3-4694-809E-3E675CC9D265}"/>
    <dgm:cxn modelId="{B5A25816-B941-428D-9DFB-CC8960EA1F2C}" type="presParOf" srcId="{F8350332-E905-4841-B963-5FB688D1C80C}" destId="{9BDA85FD-0FAB-45AF-94C3-A73172093A88}" srcOrd="0" destOrd="0" presId="urn:microsoft.com/office/officeart/2016/7/layout/VerticalDownArrowProcess"/>
    <dgm:cxn modelId="{00AE5A0B-DB20-41D5-9390-52D722F747EF}" type="presParOf" srcId="{9BDA85FD-0FAB-45AF-94C3-A73172093A88}" destId="{FD416F59-F795-4EDF-B99A-89285A5ABCBB}" srcOrd="0" destOrd="0" presId="urn:microsoft.com/office/officeart/2016/7/layout/VerticalDownArrowProcess"/>
    <dgm:cxn modelId="{E6D229BC-F8ED-4B37-A169-F2AB5828E691}" type="presParOf" srcId="{9BDA85FD-0FAB-45AF-94C3-A73172093A88}" destId="{45E18B8B-B396-4571-8E42-94AEA8DC5FD2}" srcOrd="1" destOrd="0" presId="urn:microsoft.com/office/officeart/2016/7/layout/VerticalDownArrowProcess"/>
    <dgm:cxn modelId="{4319EC16-457C-4F8A-8FB7-4AF70366B8B7}" type="presParOf" srcId="{F8350332-E905-4841-B963-5FB688D1C80C}" destId="{DE4317DF-161D-4E16-A0A4-ABB49B68A8DE}" srcOrd="1" destOrd="0" presId="urn:microsoft.com/office/officeart/2016/7/layout/VerticalDownArrowProcess"/>
    <dgm:cxn modelId="{AFF82207-5509-486D-8E68-A66D590419A4}" type="presParOf" srcId="{F8350332-E905-4841-B963-5FB688D1C80C}" destId="{52BA5D19-BCD5-4B6E-BD3C-C960DD73D56B}" srcOrd="2" destOrd="0" presId="urn:microsoft.com/office/officeart/2016/7/layout/VerticalDownArrowProcess"/>
    <dgm:cxn modelId="{72EF39AC-F48D-4A3A-92B0-8A6F58634444}" type="presParOf" srcId="{52BA5D19-BCD5-4B6E-BD3C-C960DD73D56B}" destId="{22D78EAB-7B8D-4EA5-A9BC-C347D8C09B55}" srcOrd="0" destOrd="0" presId="urn:microsoft.com/office/officeart/2016/7/layout/VerticalDownArrowProcess"/>
    <dgm:cxn modelId="{A4E1EFCB-AA15-4136-866F-9F1825BEEF52}" type="presParOf" srcId="{52BA5D19-BCD5-4B6E-BD3C-C960DD73D56B}" destId="{D48191F7-4DA5-4299-BC5B-22C3B0F33EBE}" srcOrd="1" destOrd="0" presId="urn:microsoft.com/office/officeart/2016/7/layout/VerticalDownArrowProcess"/>
    <dgm:cxn modelId="{D1714529-2438-42BB-89E9-4E78D585057A}" type="presParOf" srcId="{52BA5D19-BCD5-4B6E-BD3C-C960DD73D56B}" destId="{FCE7DCDF-9670-444E-9ACB-498DAB0297FC}" srcOrd="2" destOrd="0" presId="urn:microsoft.com/office/officeart/2016/7/layout/VerticalDownArrowProcess"/>
    <dgm:cxn modelId="{BF78B002-B258-4E25-BCDC-0B39E3FB3FC3}" type="presParOf" srcId="{F8350332-E905-4841-B963-5FB688D1C80C}" destId="{B67750BA-2B28-46B2-A0BA-6C2B3F4A1A99}" srcOrd="3" destOrd="0" presId="urn:microsoft.com/office/officeart/2016/7/layout/VerticalDownArrowProcess"/>
    <dgm:cxn modelId="{7F7A484B-C3BA-4B8B-A584-150999482D8B}" type="presParOf" srcId="{F8350332-E905-4841-B963-5FB688D1C80C}" destId="{16446C20-88DC-473B-BFB7-4075C9FFCC73}" srcOrd="4" destOrd="0" presId="urn:microsoft.com/office/officeart/2016/7/layout/VerticalDownArrowProcess"/>
    <dgm:cxn modelId="{9D1A9F1F-13B1-42A8-8CFD-EC8CF401B574}" type="presParOf" srcId="{16446C20-88DC-473B-BFB7-4075C9FFCC73}" destId="{E89D0056-C5EA-4C91-AEF9-7F62941C9D1F}" srcOrd="0" destOrd="0" presId="urn:microsoft.com/office/officeart/2016/7/layout/VerticalDownArrowProcess"/>
    <dgm:cxn modelId="{4B6E9086-6B9B-4E12-AD68-281799311E1A}" type="presParOf" srcId="{16446C20-88DC-473B-BFB7-4075C9FFCC73}" destId="{F1A5EE8C-834A-4BDF-B862-11A2FBF3BAFB}" srcOrd="1" destOrd="0" presId="urn:microsoft.com/office/officeart/2016/7/layout/VerticalDownArrowProcess"/>
    <dgm:cxn modelId="{6910E7EC-CA26-4655-B5FB-8F3D48AD4406}" type="presParOf" srcId="{16446C20-88DC-473B-BFB7-4075C9FFCC73}" destId="{DD455939-8A29-457F-9C8B-C3780ECD0C2F}" srcOrd="2" destOrd="0" presId="urn:microsoft.com/office/officeart/2016/7/layout/VerticalDownArrowProcess"/>
    <dgm:cxn modelId="{AD974FC2-455B-4185-8539-458425489777}" type="presParOf" srcId="{F8350332-E905-4841-B963-5FB688D1C80C}" destId="{5602A5B7-F09D-4B26-90C7-37546E7CDFB4}" srcOrd="5" destOrd="0" presId="urn:microsoft.com/office/officeart/2016/7/layout/VerticalDownArrowProcess"/>
    <dgm:cxn modelId="{EBC9C70E-2FF6-46CB-9A63-1F1B6862BBCB}" type="presParOf" srcId="{F8350332-E905-4841-B963-5FB688D1C80C}" destId="{A7F35CA8-DB96-47AC-A4B6-8DEEA1E02B4A}" srcOrd="6" destOrd="0" presId="urn:microsoft.com/office/officeart/2016/7/layout/VerticalDownArrowProcess"/>
    <dgm:cxn modelId="{EBDE859E-96F4-494D-A3B5-FB16E90EA3D9}" type="presParOf" srcId="{A7F35CA8-DB96-47AC-A4B6-8DEEA1E02B4A}" destId="{D030753E-7C3A-41E5-B721-1CBAFE58A396}" srcOrd="0" destOrd="0" presId="urn:microsoft.com/office/officeart/2016/7/layout/VerticalDownArrowProcess"/>
    <dgm:cxn modelId="{9BED7BD0-A458-4DA9-8EE8-41CA6BFB93BE}" type="presParOf" srcId="{A7F35CA8-DB96-47AC-A4B6-8DEEA1E02B4A}" destId="{17BE472A-D018-4A84-A63A-9ACBB1BF28D3}" srcOrd="1" destOrd="0" presId="urn:microsoft.com/office/officeart/2016/7/layout/VerticalDownArrowProcess"/>
    <dgm:cxn modelId="{9CCD5F31-4698-4368-B2A4-866642E00ADE}" type="presParOf" srcId="{A7F35CA8-DB96-47AC-A4B6-8DEEA1E02B4A}" destId="{5217B487-8A2A-44DF-9533-6994DEFFE63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71F23-BB2F-4CD0-BEED-1F5EDB418284}">
      <dsp:nvSpPr>
        <dsp:cNvPr id="0" name=""/>
        <dsp:cNvSpPr/>
      </dsp:nvSpPr>
      <dsp:spPr>
        <a:xfrm>
          <a:off x="163915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E1FB9-564B-4B83-8C80-341AEE4E0ADB}">
      <dsp:nvSpPr>
        <dsp:cNvPr id="0" name=""/>
        <dsp:cNvSpPr/>
      </dsp:nvSpPr>
      <dsp:spPr>
        <a:xfrm>
          <a:off x="1844201" y="256414"/>
          <a:ext cx="566308" cy="566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B057D-F6F1-4E8A-B377-BDCDFA642A20}">
      <dsp:nvSpPr>
        <dsp:cNvPr id="0" name=""/>
        <dsp:cNvSpPr/>
      </dsp:nvSpPr>
      <dsp:spPr>
        <a:xfrm>
          <a:off x="2824779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CSF collected via lumbar puncture</a:t>
          </a:r>
          <a:endParaRPr lang="en-US" sz="2000" kern="1200"/>
        </a:p>
      </dsp:txBody>
      <dsp:txXfrm>
        <a:off x="2824779" y="51372"/>
        <a:ext cx="2301500" cy="976394"/>
      </dsp:txXfrm>
    </dsp:sp>
    <dsp:sp modelId="{B11678E6-21E1-4696-80A8-C02FECD5BC1D}">
      <dsp:nvSpPr>
        <dsp:cNvPr id="0" name=""/>
        <dsp:cNvSpPr/>
      </dsp:nvSpPr>
      <dsp:spPr>
        <a:xfrm>
          <a:off x="552729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A15DC-5A4C-4E89-A04C-D15A99A8FCE3}">
      <dsp:nvSpPr>
        <dsp:cNvPr id="0" name=""/>
        <dsp:cNvSpPr/>
      </dsp:nvSpPr>
      <dsp:spPr>
        <a:xfrm>
          <a:off x="5732341" y="226434"/>
          <a:ext cx="566308" cy="566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61407-84B4-432F-9B79-6C8ABCB65064}">
      <dsp:nvSpPr>
        <dsp:cNvPr id="0" name=""/>
        <dsp:cNvSpPr/>
      </dsp:nvSpPr>
      <dsp:spPr>
        <a:xfrm>
          <a:off x="6712920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Proteins digested into peptides</a:t>
          </a:r>
          <a:endParaRPr lang="en-US" sz="2000" kern="1200"/>
        </a:p>
      </dsp:txBody>
      <dsp:txXfrm>
        <a:off x="6712920" y="51372"/>
        <a:ext cx="2301500" cy="976394"/>
      </dsp:txXfrm>
    </dsp:sp>
    <dsp:sp modelId="{A8349A49-2272-4CA1-B396-5E4941F6E93D}">
      <dsp:nvSpPr>
        <dsp:cNvPr id="0" name=""/>
        <dsp:cNvSpPr/>
      </dsp:nvSpPr>
      <dsp:spPr>
        <a:xfrm>
          <a:off x="163915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5DAC35-8F58-4008-81A9-4873BEEB3455}">
      <dsp:nvSpPr>
        <dsp:cNvPr id="0" name=""/>
        <dsp:cNvSpPr/>
      </dsp:nvSpPr>
      <dsp:spPr>
        <a:xfrm>
          <a:off x="184420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3D440-32A6-4415-823F-A67F964AA92A}">
      <dsp:nvSpPr>
        <dsp:cNvPr id="0" name=""/>
        <dsp:cNvSpPr/>
      </dsp:nvSpPr>
      <dsp:spPr>
        <a:xfrm>
          <a:off x="2824779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Tandem Mass Tag (TMT) multiplex labeling</a:t>
          </a:r>
          <a:endParaRPr lang="en-US" sz="2000" kern="1200"/>
        </a:p>
      </dsp:txBody>
      <dsp:txXfrm>
        <a:off x="2824779" y="1808716"/>
        <a:ext cx="2301500" cy="976394"/>
      </dsp:txXfrm>
    </dsp:sp>
    <dsp:sp modelId="{00C869E1-893C-4E6F-93DC-0D9D655F4EAE}">
      <dsp:nvSpPr>
        <dsp:cNvPr id="0" name=""/>
        <dsp:cNvSpPr/>
      </dsp:nvSpPr>
      <dsp:spPr>
        <a:xfrm>
          <a:off x="552729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F59B8-1E00-4EB3-9519-B0CA1D6C422E}">
      <dsp:nvSpPr>
        <dsp:cNvPr id="0" name=""/>
        <dsp:cNvSpPr/>
      </dsp:nvSpPr>
      <dsp:spPr>
        <a:xfrm>
          <a:off x="573234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3B9B2-52AA-4A34-837E-945C2C423C21}">
      <dsp:nvSpPr>
        <dsp:cNvPr id="0" name=""/>
        <dsp:cNvSpPr/>
      </dsp:nvSpPr>
      <dsp:spPr>
        <a:xfrm>
          <a:off x="6712920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High-resolution LC–MS/MS analysis</a:t>
          </a:r>
          <a:endParaRPr lang="en-US" sz="2000" kern="1200"/>
        </a:p>
      </dsp:txBody>
      <dsp:txXfrm>
        <a:off x="6712920" y="1808716"/>
        <a:ext cx="2301500" cy="976394"/>
      </dsp:txXfrm>
    </dsp:sp>
    <dsp:sp modelId="{ACEEC3F1-A490-4438-BD5F-1A15C55D8C8F}">
      <dsp:nvSpPr>
        <dsp:cNvPr id="0" name=""/>
        <dsp:cNvSpPr/>
      </dsp:nvSpPr>
      <dsp:spPr>
        <a:xfrm>
          <a:off x="1639158" y="3566061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1FA77-2621-46E7-8DEB-732494ED40FE}">
      <dsp:nvSpPr>
        <dsp:cNvPr id="0" name=""/>
        <dsp:cNvSpPr/>
      </dsp:nvSpPr>
      <dsp:spPr>
        <a:xfrm>
          <a:off x="1844201" y="3771104"/>
          <a:ext cx="566308" cy="5663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520AD-A289-4967-BEAD-3387ADD8E23C}">
      <dsp:nvSpPr>
        <dsp:cNvPr id="0" name=""/>
        <dsp:cNvSpPr/>
      </dsp:nvSpPr>
      <dsp:spPr>
        <a:xfrm>
          <a:off x="2824779" y="3566061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FDR-controlled protein identification</a:t>
          </a:r>
          <a:endParaRPr lang="en-US" sz="2000" kern="1200"/>
        </a:p>
      </dsp:txBody>
      <dsp:txXfrm>
        <a:off x="2824779" y="3566061"/>
        <a:ext cx="2301500" cy="976394"/>
      </dsp:txXfrm>
    </dsp:sp>
    <dsp:sp modelId="{9E0E6F89-91EE-47CD-B179-AB5F264578A2}">
      <dsp:nvSpPr>
        <dsp:cNvPr id="0" name=""/>
        <dsp:cNvSpPr/>
      </dsp:nvSpPr>
      <dsp:spPr>
        <a:xfrm>
          <a:off x="5527298" y="3566061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B8C30-BA6D-480B-A0B6-EE777D3895DB}">
      <dsp:nvSpPr>
        <dsp:cNvPr id="0" name=""/>
        <dsp:cNvSpPr/>
      </dsp:nvSpPr>
      <dsp:spPr>
        <a:xfrm>
          <a:off x="5732341" y="3771104"/>
          <a:ext cx="566308" cy="5663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EC638-A9AD-487C-8D3C-A10F2850AB78}">
      <dsp:nvSpPr>
        <dsp:cNvPr id="0" name=""/>
        <dsp:cNvSpPr/>
      </dsp:nvSpPr>
      <dsp:spPr>
        <a:xfrm>
          <a:off x="6712920" y="3566061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Normalized protein abundance matrix</a:t>
          </a:r>
          <a:endParaRPr lang="en-US" sz="2000" kern="1200"/>
        </a:p>
      </dsp:txBody>
      <dsp:txXfrm>
        <a:off x="6712920" y="3566061"/>
        <a:ext cx="2301500" cy="976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45A38-09ED-40E1-8800-E1FB6BD884D9}">
      <dsp:nvSpPr>
        <dsp:cNvPr id="0" name=""/>
        <dsp:cNvSpPr/>
      </dsp:nvSpPr>
      <dsp:spPr>
        <a:xfrm>
          <a:off x="3409145" y="2299"/>
          <a:ext cx="3835288" cy="1105838"/>
        </a:xfrm>
        <a:prstGeom prst="round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 dirty="0">
              <a:solidFill>
                <a:schemeClr val="bg1"/>
              </a:solidFill>
            </a:rPr>
            <a:t>Run NMF multiple times</a:t>
          </a:r>
          <a:br>
            <a:rPr lang="en-GB" sz="2100" b="0" i="0" kern="1200" baseline="0" dirty="0">
              <a:solidFill>
                <a:schemeClr val="bg1"/>
              </a:solidFill>
            </a:rPr>
          </a:br>
          <a:r>
            <a:rPr lang="en-GB" sz="2100" b="0" i="0" kern="1200" baseline="0" dirty="0">
              <a:solidFill>
                <a:schemeClr val="bg1"/>
              </a:solidFill>
            </a:rPr>
            <a:t>test different k values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3463128" y="56282"/>
        <a:ext cx="3727322" cy="997872"/>
      </dsp:txXfrm>
    </dsp:sp>
    <dsp:sp modelId="{73452AAD-FF58-49AA-B3B9-909B6E062A74}">
      <dsp:nvSpPr>
        <dsp:cNvPr id="0" name=""/>
        <dsp:cNvSpPr/>
      </dsp:nvSpPr>
      <dsp:spPr>
        <a:xfrm>
          <a:off x="3409145" y="1163429"/>
          <a:ext cx="3835288" cy="1105838"/>
        </a:xfrm>
        <a:prstGeom prst="round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 dirty="0">
              <a:solidFill>
                <a:schemeClr val="bg1"/>
              </a:solidFill>
            </a:rPr>
            <a:t>Assess clustering stability Cophenetic coefficient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3463128" y="1217412"/>
        <a:ext cx="3727322" cy="997872"/>
      </dsp:txXfrm>
    </dsp:sp>
    <dsp:sp modelId="{B99FC86C-5D9E-420B-9AAF-002E8E1BD62D}">
      <dsp:nvSpPr>
        <dsp:cNvPr id="0" name=""/>
        <dsp:cNvSpPr/>
      </dsp:nvSpPr>
      <dsp:spPr>
        <a:xfrm>
          <a:off x="3409145" y="2324559"/>
          <a:ext cx="3835288" cy="1105838"/>
        </a:xfrm>
        <a:prstGeom prst="round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 dirty="0">
              <a:solidFill>
                <a:schemeClr val="bg1"/>
              </a:solidFill>
            </a:rPr>
            <a:t>Evaluate cluster separation Silhouette score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3463128" y="2378542"/>
        <a:ext cx="3727322" cy="997872"/>
      </dsp:txXfrm>
    </dsp:sp>
    <dsp:sp modelId="{29EF84AA-0EF7-476B-964E-0DF7475D84C2}">
      <dsp:nvSpPr>
        <dsp:cNvPr id="0" name=""/>
        <dsp:cNvSpPr/>
      </dsp:nvSpPr>
      <dsp:spPr>
        <a:xfrm>
          <a:off x="3409145" y="3485690"/>
          <a:ext cx="3835288" cy="1105838"/>
        </a:xfrm>
        <a:prstGeom prst="round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 dirty="0">
              <a:solidFill>
                <a:schemeClr val="bg1"/>
              </a:solidFill>
            </a:rPr>
            <a:t>Compare model fit Improvement over lower or random solutions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3463128" y="3539673"/>
        <a:ext cx="3727322" cy="997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8A141-9D17-41A6-B66C-2F6294F88876}">
      <dsp:nvSpPr>
        <dsp:cNvPr id="0" name=""/>
        <dsp:cNvSpPr/>
      </dsp:nvSpPr>
      <dsp:spPr>
        <a:xfrm>
          <a:off x="0" y="127618"/>
          <a:ext cx="6949440" cy="6511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What is it?</a:t>
          </a:r>
          <a:endParaRPr lang="en-US" sz="1600" b="1" kern="1200" dirty="0"/>
        </a:p>
      </dsp:txBody>
      <dsp:txXfrm>
        <a:off x="31784" y="159402"/>
        <a:ext cx="6885872" cy="587537"/>
      </dsp:txXfrm>
    </dsp:sp>
    <dsp:sp modelId="{CB173CE9-3CA3-410B-BABF-2C1D40A00E13}">
      <dsp:nvSpPr>
        <dsp:cNvPr id="0" name=""/>
        <dsp:cNvSpPr/>
      </dsp:nvSpPr>
      <dsp:spPr>
        <a:xfrm>
          <a:off x="0" y="824803"/>
          <a:ext cx="6949440" cy="651105"/>
        </a:xfrm>
        <a:prstGeom prst="roundRect">
          <a:avLst/>
        </a:prstGeom>
        <a:solidFill>
          <a:schemeClr val="accent5">
            <a:hueOff val="1302047"/>
            <a:satOff val="-586"/>
            <a:lumOff val="-7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 network-based community detection method</a:t>
          </a:r>
          <a:endParaRPr lang="en-US" sz="1600" kern="1200" dirty="0"/>
        </a:p>
      </dsp:txBody>
      <dsp:txXfrm>
        <a:off x="31784" y="856587"/>
        <a:ext cx="6885872" cy="587537"/>
      </dsp:txXfrm>
    </dsp:sp>
    <dsp:sp modelId="{3EDC9EA3-AA16-4630-9FE5-0069806BB5DC}">
      <dsp:nvSpPr>
        <dsp:cNvPr id="0" name=""/>
        <dsp:cNvSpPr/>
      </dsp:nvSpPr>
      <dsp:spPr>
        <a:xfrm>
          <a:off x="0" y="1521988"/>
          <a:ext cx="6949440" cy="651105"/>
        </a:xfrm>
        <a:prstGeom prst="roundRect">
          <a:avLst/>
        </a:prstGeom>
        <a:solidFill>
          <a:schemeClr val="accent5">
            <a:hueOff val="2604094"/>
            <a:satOff val="-1173"/>
            <a:lumOff val="-14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Identifies groups of highly interconnected nodes</a:t>
          </a:r>
          <a:endParaRPr lang="en-US" sz="1600" kern="1200"/>
        </a:p>
      </dsp:txBody>
      <dsp:txXfrm>
        <a:off x="31784" y="1553772"/>
        <a:ext cx="6885872" cy="587537"/>
      </dsp:txXfrm>
    </dsp:sp>
    <dsp:sp modelId="{33E2AD0D-AF28-497D-A2E9-2920F6A3717F}">
      <dsp:nvSpPr>
        <dsp:cNvPr id="0" name=""/>
        <dsp:cNvSpPr/>
      </dsp:nvSpPr>
      <dsp:spPr>
        <a:xfrm>
          <a:off x="0" y="2219173"/>
          <a:ext cx="6949440" cy="651105"/>
        </a:xfrm>
        <a:prstGeom prst="roundRect">
          <a:avLst/>
        </a:prstGeom>
        <a:solidFill>
          <a:schemeClr val="accent5">
            <a:hueOff val="3906140"/>
            <a:satOff val="-1759"/>
            <a:lumOff val="-21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Maximizes network modularity</a:t>
          </a:r>
          <a:br>
            <a:rPr lang="en-GB" sz="1600" kern="1200"/>
          </a:br>
          <a:endParaRPr lang="en-US" sz="1600" kern="1200"/>
        </a:p>
      </dsp:txBody>
      <dsp:txXfrm>
        <a:off x="31784" y="2250957"/>
        <a:ext cx="6885872" cy="587537"/>
      </dsp:txXfrm>
    </dsp:sp>
    <dsp:sp modelId="{3F87E5F6-FD2C-4BB5-9A8F-1384AB509833}">
      <dsp:nvSpPr>
        <dsp:cNvPr id="0" name=""/>
        <dsp:cNvSpPr/>
      </dsp:nvSpPr>
      <dsp:spPr>
        <a:xfrm>
          <a:off x="0" y="2916358"/>
          <a:ext cx="6949440" cy="651105"/>
        </a:xfrm>
        <a:prstGeom prst="roundRect">
          <a:avLst/>
        </a:prstGeom>
        <a:solidFill>
          <a:schemeClr val="accent5">
            <a:hueOff val="5208187"/>
            <a:satOff val="-2345"/>
            <a:lumOff val="-29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Why use it after NMF?</a:t>
          </a:r>
          <a:endParaRPr lang="en-US" sz="1600" kern="1200"/>
        </a:p>
      </dsp:txBody>
      <dsp:txXfrm>
        <a:off x="31784" y="2948142"/>
        <a:ext cx="6885872" cy="587537"/>
      </dsp:txXfrm>
    </dsp:sp>
    <dsp:sp modelId="{EBF38E15-27CD-490C-A775-8652D54DCC37}">
      <dsp:nvSpPr>
        <dsp:cNvPr id="0" name=""/>
        <dsp:cNvSpPr/>
      </dsp:nvSpPr>
      <dsp:spPr>
        <a:xfrm>
          <a:off x="0" y="3613543"/>
          <a:ext cx="6949440" cy="651105"/>
        </a:xfrm>
        <a:prstGeom prst="roundRect">
          <a:avLst/>
        </a:prstGeom>
        <a:solidFill>
          <a:schemeClr val="accent5">
            <a:hueOff val="6510234"/>
            <a:satOff val="-2931"/>
            <a:lumOff val="-36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Provides an independent clustering approach</a:t>
          </a:r>
          <a:endParaRPr lang="en-US" sz="1600" kern="1200"/>
        </a:p>
      </dsp:txBody>
      <dsp:txXfrm>
        <a:off x="31784" y="3645327"/>
        <a:ext cx="6885872" cy="587537"/>
      </dsp:txXfrm>
    </dsp:sp>
    <dsp:sp modelId="{5FB2E3A2-C792-4AFA-95AD-CBE40F90B0A9}">
      <dsp:nvSpPr>
        <dsp:cNvPr id="0" name=""/>
        <dsp:cNvSpPr/>
      </dsp:nvSpPr>
      <dsp:spPr>
        <a:xfrm>
          <a:off x="0" y="4310728"/>
          <a:ext cx="6949440" cy="651105"/>
        </a:xfrm>
        <a:prstGeom prst="roundRect">
          <a:avLst/>
        </a:prstGeom>
        <a:solidFill>
          <a:schemeClr val="accent5">
            <a:hueOff val="7812281"/>
            <a:satOff val="-3518"/>
            <a:lumOff val="-43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Based on network connectivity rather than matrix factorization</a:t>
          </a:r>
          <a:endParaRPr lang="en-US" sz="1600" kern="1200"/>
        </a:p>
      </dsp:txBody>
      <dsp:txXfrm>
        <a:off x="31784" y="4342512"/>
        <a:ext cx="6885872" cy="587537"/>
      </dsp:txXfrm>
    </dsp:sp>
    <dsp:sp modelId="{C29CB425-59E4-4B39-8E63-857F3A3A6EBF}">
      <dsp:nvSpPr>
        <dsp:cNvPr id="0" name=""/>
        <dsp:cNvSpPr/>
      </dsp:nvSpPr>
      <dsp:spPr>
        <a:xfrm>
          <a:off x="0" y="5007913"/>
          <a:ext cx="6949440" cy="651105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Tests whether subtype structure emerges with a different methodology</a:t>
          </a:r>
          <a:endParaRPr lang="en-US" sz="1600" kern="1200"/>
        </a:p>
      </dsp:txBody>
      <dsp:txXfrm>
        <a:off x="31784" y="5039697"/>
        <a:ext cx="6885872" cy="5875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84A1A-07A0-4E82-96C7-0B150AFB3FAD}">
      <dsp:nvSpPr>
        <dsp:cNvPr id="0" name=""/>
        <dsp:cNvSpPr/>
      </dsp:nvSpPr>
      <dsp:spPr>
        <a:xfrm>
          <a:off x="0" y="1752732"/>
          <a:ext cx="1469656" cy="933231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BB08C-B909-483D-9F28-A491B5E0F9DB}">
      <dsp:nvSpPr>
        <dsp:cNvPr id="0" name=""/>
        <dsp:cNvSpPr/>
      </dsp:nvSpPr>
      <dsp:spPr>
        <a:xfrm>
          <a:off x="163295" y="1907863"/>
          <a:ext cx="1469656" cy="933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Train model using NMF-derived subtype labels</a:t>
          </a:r>
          <a:endParaRPr lang="en-US" sz="1300" kern="1200"/>
        </a:p>
      </dsp:txBody>
      <dsp:txXfrm>
        <a:off x="190628" y="1935196"/>
        <a:ext cx="1414990" cy="878565"/>
      </dsp:txXfrm>
    </dsp:sp>
    <dsp:sp modelId="{63D97402-697B-408C-B50D-03FCE853D16D}">
      <dsp:nvSpPr>
        <dsp:cNvPr id="0" name=""/>
        <dsp:cNvSpPr/>
      </dsp:nvSpPr>
      <dsp:spPr>
        <a:xfrm>
          <a:off x="1796246" y="1752732"/>
          <a:ext cx="1469656" cy="933231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BE45C-F752-45B0-9D4E-35C609EC2742}">
      <dsp:nvSpPr>
        <dsp:cNvPr id="0" name=""/>
        <dsp:cNvSpPr/>
      </dsp:nvSpPr>
      <dsp:spPr>
        <a:xfrm>
          <a:off x="1959541" y="1907863"/>
          <a:ext cx="1469656" cy="933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Apply to independent cohorts</a:t>
          </a:r>
          <a:endParaRPr lang="en-US" sz="1300" kern="1200"/>
        </a:p>
      </dsp:txBody>
      <dsp:txXfrm>
        <a:off x="1986874" y="1935196"/>
        <a:ext cx="1414990" cy="878565"/>
      </dsp:txXfrm>
    </dsp:sp>
    <dsp:sp modelId="{0F3770A7-DC38-47B5-8E39-DD371AE9F02E}">
      <dsp:nvSpPr>
        <dsp:cNvPr id="0" name=""/>
        <dsp:cNvSpPr/>
      </dsp:nvSpPr>
      <dsp:spPr>
        <a:xfrm>
          <a:off x="3592493" y="1752732"/>
          <a:ext cx="1469656" cy="933231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75DEF-4DBF-461B-933C-40E43CF944D8}">
      <dsp:nvSpPr>
        <dsp:cNvPr id="0" name=""/>
        <dsp:cNvSpPr/>
      </dsp:nvSpPr>
      <dsp:spPr>
        <a:xfrm>
          <a:off x="3755788" y="1907863"/>
          <a:ext cx="1469656" cy="933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Assess generalizability and reproducibility</a:t>
          </a:r>
          <a:endParaRPr lang="en-US" sz="1300" kern="1200" dirty="0"/>
        </a:p>
      </dsp:txBody>
      <dsp:txXfrm>
        <a:off x="3783121" y="1935196"/>
        <a:ext cx="1414990" cy="8785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84A1A-07A0-4E82-96C7-0B150AFB3FAD}">
      <dsp:nvSpPr>
        <dsp:cNvPr id="0" name=""/>
        <dsp:cNvSpPr/>
      </dsp:nvSpPr>
      <dsp:spPr>
        <a:xfrm>
          <a:off x="0" y="1752732"/>
          <a:ext cx="1469656" cy="933231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BB08C-B909-483D-9F28-A491B5E0F9DB}">
      <dsp:nvSpPr>
        <dsp:cNvPr id="0" name=""/>
        <dsp:cNvSpPr/>
      </dsp:nvSpPr>
      <dsp:spPr>
        <a:xfrm>
          <a:off x="163295" y="1907863"/>
          <a:ext cx="1469656" cy="933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Identify most discriminative proteins</a:t>
          </a:r>
          <a:endParaRPr lang="en-US" sz="1400" kern="1200" dirty="0"/>
        </a:p>
      </dsp:txBody>
      <dsp:txXfrm>
        <a:off x="190628" y="1935196"/>
        <a:ext cx="1414990" cy="878565"/>
      </dsp:txXfrm>
    </dsp:sp>
    <dsp:sp modelId="{63D97402-697B-408C-B50D-03FCE853D16D}">
      <dsp:nvSpPr>
        <dsp:cNvPr id="0" name=""/>
        <dsp:cNvSpPr/>
      </dsp:nvSpPr>
      <dsp:spPr>
        <a:xfrm>
          <a:off x="1796246" y="1752732"/>
          <a:ext cx="1469656" cy="933231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BE45C-F752-45B0-9D4E-35C609EC2742}">
      <dsp:nvSpPr>
        <dsp:cNvPr id="0" name=""/>
        <dsp:cNvSpPr/>
      </dsp:nvSpPr>
      <dsp:spPr>
        <a:xfrm>
          <a:off x="1959541" y="1907863"/>
          <a:ext cx="1469656" cy="933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Derive reduced protein signatures</a:t>
          </a:r>
          <a:endParaRPr lang="en-US" sz="1400" kern="1200" dirty="0"/>
        </a:p>
      </dsp:txBody>
      <dsp:txXfrm>
        <a:off x="1986874" y="1935196"/>
        <a:ext cx="1414990" cy="878565"/>
      </dsp:txXfrm>
    </dsp:sp>
    <dsp:sp modelId="{0F3770A7-DC38-47B5-8E39-DD371AE9F02E}">
      <dsp:nvSpPr>
        <dsp:cNvPr id="0" name=""/>
        <dsp:cNvSpPr/>
      </dsp:nvSpPr>
      <dsp:spPr>
        <a:xfrm>
          <a:off x="3592493" y="1752732"/>
          <a:ext cx="1469656" cy="933231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75DEF-4DBF-461B-933C-40E43CF944D8}">
      <dsp:nvSpPr>
        <dsp:cNvPr id="0" name=""/>
        <dsp:cNvSpPr/>
      </dsp:nvSpPr>
      <dsp:spPr>
        <a:xfrm>
          <a:off x="3755788" y="1907863"/>
          <a:ext cx="1469656" cy="933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Assess subtype separability</a:t>
          </a:r>
          <a:endParaRPr lang="en-US" sz="1400" kern="1200" dirty="0"/>
        </a:p>
      </dsp:txBody>
      <dsp:txXfrm>
        <a:off x="3783121" y="1935196"/>
        <a:ext cx="1414990" cy="8785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18F840-EEBE-4B0D-9672-BE92351E18B8}">
      <dsp:nvSpPr>
        <dsp:cNvPr id="0" name=""/>
        <dsp:cNvSpPr/>
      </dsp:nvSpPr>
      <dsp:spPr>
        <a:xfrm>
          <a:off x="0" y="569289"/>
          <a:ext cx="10945037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456" tIns="479044" rIns="84945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Kruskal–Wallis (univariate) vs PLS-DA (supervised multivariate)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300" kern="1200" dirty="0"/>
            <a:t>Subtype structure can depend on selected proteins</a:t>
          </a:r>
          <a:endParaRPr lang="en-US" sz="2300" kern="1200" dirty="0"/>
        </a:p>
      </dsp:txBody>
      <dsp:txXfrm>
        <a:off x="0" y="569289"/>
        <a:ext cx="10945037" cy="1376550"/>
      </dsp:txXfrm>
    </dsp:sp>
    <dsp:sp modelId="{30346F23-EB76-49C5-8542-23C3830A543D}">
      <dsp:nvSpPr>
        <dsp:cNvPr id="0" name=""/>
        <dsp:cNvSpPr/>
      </dsp:nvSpPr>
      <dsp:spPr>
        <a:xfrm>
          <a:off x="547251" y="229809"/>
          <a:ext cx="7661525" cy="678960"/>
        </a:xfrm>
        <a:prstGeom prst="round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587" tIns="0" rIns="28958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Protein Pre-selection Strategy</a:t>
          </a:r>
          <a:endParaRPr lang="en-US" sz="2300" kern="1200"/>
        </a:p>
      </dsp:txBody>
      <dsp:txXfrm>
        <a:off x="580395" y="262953"/>
        <a:ext cx="7595237" cy="612672"/>
      </dsp:txXfrm>
    </dsp:sp>
    <dsp:sp modelId="{8CB56620-E727-4685-9671-A93337651FB2}">
      <dsp:nvSpPr>
        <dsp:cNvPr id="0" name=""/>
        <dsp:cNvSpPr/>
      </dsp:nvSpPr>
      <dsp:spPr>
        <a:xfrm>
          <a:off x="0" y="2409519"/>
          <a:ext cx="10945037" cy="1775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456" tIns="479044" rIns="84945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NMF is stochastic → different runs may yield different solutions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Requires pre-specification or testing of cluster number (k)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Cluster selection relies on heuristic criteria (cophenetic, silhouette)</a:t>
          </a:r>
          <a:endParaRPr lang="en-US" sz="2300" kern="1200" dirty="0"/>
        </a:p>
      </dsp:txBody>
      <dsp:txXfrm>
        <a:off x="0" y="2409519"/>
        <a:ext cx="10945037" cy="1775025"/>
      </dsp:txXfrm>
    </dsp:sp>
    <dsp:sp modelId="{959BD358-91AF-4180-A0EB-D34DE874FC49}">
      <dsp:nvSpPr>
        <dsp:cNvPr id="0" name=""/>
        <dsp:cNvSpPr/>
      </dsp:nvSpPr>
      <dsp:spPr>
        <a:xfrm>
          <a:off x="547251" y="2070039"/>
          <a:ext cx="7661525" cy="678960"/>
        </a:xfrm>
        <a:prstGeom prst="round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587" tIns="0" rIns="28958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NMF-Specific Considerations</a:t>
          </a:r>
          <a:endParaRPr lang="en-US" sz="2300" kern="1200"/>
        </a:p>
      </dsp:txBody>
      <dsp:txXfrm>
        <a:off x="580395" y="2103183"/>
        <a:ext cx="7595237" cy="6126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F7CE4-0996-4C08-91A5-B0075B8F19D8}">
      <dsp:nvSpPr>
        <dsp:cNvPr id="0" name=""/>
        <dsp:cNvSpPr/>
      </dsp:nvSpPr>
      <dsp:spPr>
        <a:xfrm>
          <a:off x="388975" y="25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Standard NMF</a:t>
          </a:r>
        </a:p>
      </dsp:txBody>
      <dsp:txXfrm>
        <a:off x="388975" y="256"/>
        <a:ext cx="2296657" cy="1377994"/>
      </dsp:txXfrm>
    </dsp:sp>
    <dsp:sp modelId="{79A14EB4-B3AC-4513-ABEC-9986E430794C}">
      <dsp:nvSpPr>
        <dsp:cNvPr id="0" name=""/>
        <dsp:cNvSpPr/>
      </dsp:nvSpPr>
      <dsp:spPr>
        <a:xfrm>
          <a:off x="2915298" y="25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Standard NMF treats all proteins equally</a:t>
          </a:r>
          <a:endParaRPr lang="en-US" sz="1400" kern="1200"/>
        </a:p>
      </dsp:txBody>
      <dsp:txXfrm>
        <a:off x="2915298" y="256"/>
        <a:ext cx="2296657" cy="1377994"/>
      </dsp:txXfrm>
    </dsp:sp>
    <dsp:sp modelId="{2298F8D6-F6B8-44D0-8324-53A333AE9418}">
      <dsp:nvSpPr>
        <dsp:cNvPr id="0" name=""/>
        <dsp:cNvSpPr/>
      </dsp:nvSpPr>
      <dsp:spPr>
        <a:xfrm>
          <a:off x="5441622" y="25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Some proteins primarily differentiate AD vs controls,</a:t>
          </a:r>
          <a:br>
            <a:rPr lang="en-GB" sz="1400" kern="1200" dirty="0"/>
          </a:br>
          <a:r>
            <a:rPr lang="en-GB" sz="1400" kern="1200" dirty="0"/>
            <a:t>while others discriminate within AD subtypes</a:t>
          </a:r>
          <a:endParaRPr lang="en-US" sz="1400" kern="1200" dirty="0"/>
        </a:p>
      </dsp:txBody>
      <dsp:txXfrm>
        <a:off x="5441622" y="256"/>
        <a:ext cx="2296657" cy="1377994"/>
      </dsp:txXfrm>
    </dsp:sp>
    <dsp:sp modelId="{7021AF0B-11D1-4122-B6A5-478CC7D03C90}">
      <dsp:nvSpPr>
        <dsp:cNvPr id="0" name=""/>
        <dsp:cNvSpPr/>
      </dsp:nvSpPr>
      <dsp:spPr>
        <a:xfrm>
          <a:off x="7967945" y="25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Not all features contribute equally to subtype separation.</a:t>
          </a:r>
          <a:br>
            <a:rPr lang="en-GB" sz="1400" kern="1200" dirty="0"/>
          </a:br>
          <a:endParaRPr lang="en-US" sz="1400" kern="1200" dirty="0"/>
        </a:p>
      </dsp:txBody>
      <dsp:txXfrm>
        <a:off x="7967945" y="256"/>
        <a:ext cx="2296657" cy="1377994"/>
      </dsp:txXfrm>
    </dsp:sp>
    <dsp:sp modelId="{BA2A1C8E-AD5D-4D83-A916-9750FA8FF3F3}">
      <dsp:nvSpPr>
        <dsp:cNvPr id="0" name=""/>
        <dsp:cNvSpPr/>
      </dsp:nvSpPr>
      <dsp:spPr>
        <a:xfrm>
          <a:off x="388975" y="160791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Proposed Improvement</a:t>
          </a:r>
          <a:endParaRPr lang="en-US" sz="1400" kern="1200"/>
        </a:p>
      </dsp:txBody>
      <dsp:txXfrm>
        <a:off x="388975" y="1607916"/>
        <a:ext cx="2296657" cy="1377994"/>
      </dsp:txXfrm>
    </dsp:sp>
    <dsp:sp modelId="{DE465B4B-D22E-4D10-A8C8-8710283E061B}">
      <dsp:nvSpPr>
        <dsp:cNvPr id="0" name=""/>
        <dsp:cNvSpPr/>
      </dsp:nvSpPr>
      <dsp:spPr>
        <a:xfrm>
          <a:off x="2915298" y="160791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Introduce feature-weighted or constrained NMF</a:t>
          </a:r>
          <a:endParaRPr lang="en-US" sz="1400" kern="1200"/>
        </a:p>
      </dsp:txBody>
      <dsp:txXfrm>
        <a:off x="2915298" y="1607916"/>
        <a:ext cx="2296657" cy="1377994"/>
      </dsp:txXfrm>
    </dsp:sp>
    <dsp:sp modelId="{297A1FA6-08CC-49BE-BBAD-3FEF94D9C81A}">
      <dsp:nvSpPr>
        <dsp:cNvPr id="0" name=""/>
        <dsp:cNvSpPr/>
      </dsp:nvSpPr>
      <dsp:spPr>
        <a:xfrm>
          <a:off x="5441622" y="160791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Modify the reconstruction error with an adaptive weighting matrix</a:t>
          </a:r>
          <a:endParaRPr lang="en-US" sz="1400" kern="1200" dirty="0"/>
        </a:p>
      </dsp:txBody>
      <dsp:txXfrm>
        <a:off x="5441622" y="1607916"/>
        <a:ext cx="2296657" cy="1377994"/>
      </dsp:txXfrm>
    </dsp:sp>
    <dsp:sp modelId="{B12C47C1-DFA3-4A35-A324-DD790D463717}">
      <dsp:nvSpPr>
        <dsp:cNvPr id="0" name=""/>
        <dsp:cNvSpPr/>
      </dsp:nvSpPr>
      <dsp:spPr>
        <a:xfrm>
          <a:off x="7967945" y="1607916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Increase contribution of subtype-discriminative proteins</a:t>
          </a:r>
          <a:br>
            <a:rPr lang="en-GB" sz="1400" kern="1200" dirty="0"/>
          </a:br>
          <a:endParaRPr lang="en-US" sz="1400" kern="1200" dirty="0"/>
        </a:p>
      </dsp:txBody>
      <dsp:txXfrm>
        <a:off x="7967945" y="1607916"/>
        <a:ext cx="2296657" cy="1377994"/>
      </dsp:txXfrm>
    </dsp:sp>
    <dsp:sp modelId="{EE88F809-9402-4420-BE81-743012F15CA5}">
      <dsp:nvSpPr>
        <dsp:cNvPr id="0" name=""/>
        <dsp:cNvSpPr/>
      </dsp:nvSpPr>
      <dsp:spPr>
        <a:xfrm>
          <a:off x="388975" y="3215577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Potential Benefits</a:t>
          </a:r>
          <a:endParaRPr lang="en-US" sz="1400" kern="1200"/>
        </a:p>
      </dsp:txBody>
      <dsp:txXfrm>
        <a:off x="388975" y="3215577"/>
        <a:ext cx="2296657" cy="1377994"/>
      </dsp:txXfrm>
    </dsp:sp>
    <dsp:sp modelId="{630E759A-6DC3-4606-9BC1-03B3292F896A}">
      <dsp:nvSpPr>
        <dsp:cNvPr id="0" name=""/>
        <dsp:cNvSpPr/>
      </dsp:nvSpPr>
      <dsp:spPr>
        <a:xfrm>
          <a:off x="2915298" y="3215577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Improved internal subtype separation</a:t>
          </a:r>
          <a:endParaRPr lang="en-US" sz="1400" kern="1200"/>
        </a:p>
      </dsp:txBody>
      <dsp:txXfrm>
        <a:off x="2915298" y="3215577"/>
        <a:ext cx="2296657" cy="1377994"/>
      </dsp:txXfrm>
    </dsp:sp>
    <dsp:sp modelId="{CA7AB58F-9B59-4913-BFC3-F384AAB8FAF8}">
      <dsp:nvSpPr>
        <dsp:cNvPr id="0" name=""/>
        <dsp:cNvSpPr/>
      </dsp:nvSpPr>
      <dsp:spPr>
        <a:xfrm>
          <a:off x="5441622" y="3215577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Reduced influence of global disease effects</a:t>
          </a:r>
          <a:endParaRPr lang="en-US" sz="1400" kern="1200" dirty="0"/>
        </a:p>
      </dsp:txBody>
      <dsp:txXfrm>
        <a:off x="5441622" y="3215577"/>
        <a:ext cx="2296657" cy="1377994"/>
      </dsp:txXfrm>
    </dsp:sp>
    <dsp:sp modelId="{C19CD59F-E431-4FB6-8110-0BBD36346DB3}">
      <dsp:nvSpPr>
        <dsp:cNvPr id="0" name=""/>
        <dsp:cNvSpPr/>
      </dsp:nvSpPr>
      <dsp:spPr>
        <a:xfrm>
          <a:off x="7967945" y="3215577"/>
          <a:ext cx="2296657" cy="1377994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Greater biological specificity</a:t>
          </a:r>
          <a:endParaRPr lang="en-US" sz="1400" kern="1200"/>
        </a:p>
      </dsp:txBody>
      <dsp:txXfrm>
        <a:off x="7967945" y="3215577"/>
        <a:ext cx="2296657" cy="13779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A97D6E-7C79-47DB-8216-61BF8FD4C337}">
      <dsp:nvSpPr>
        <dsp:cNvPr id="0" name=""/>
        <dsp:cNvSpPr/>
      </dsp:nvSpPr>
      <dsp:spPr>
        <a:xfrm>
          <a:off x="0" y="560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767E9-940F-490D-9719-8BD8698A451C}">
      <dsp:nvSpPr>
        <dsp:cNvPr id="0" name=""/>
        <dsp:cNvSpPr/>
      </dsp:nvSpPr>
      <dsp:spPr>
        <a:xfrm>
          <a:off x="0" y="560"/>
          <a:ext cx="10653579" cy="65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Proposed Approach</a:t>
          </a:r>
          <a:endParaRPr lang="en-US" sz="1800" kern="1200"/>
        </a:p>
      </dsp:txBody>
      <dsp:txXfrm>
        <a:off x="0" y="560"/>
        <a:ext cx="10653579" cy="656100"/>
      </dsp:txXfrm>
    </dsp:sp>
    <dsp:sp modelId="{6CD3DB5A-9EC2-46BC-96A8-EACF5C04DC06}">
      <dsp:nvSpPr>
        <dsp:cNvPr id="0" name=""/>
        <dsp:cNvSpPr/>
      </dsp:nvSpPr>
      <dsp:spPr>
        <a:xfrm>
          <a:off x="0" y="656661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0092E-5C23-4FB8-B853-C3B1D59E9A6D}">
      <dsp:nvSpPr>
        <dsp:cNvPr id="0" name=""/>
        <dsp:cNvSpPr/>
      </dsp:nvSpPr>
      <dsp:spPr>
        <a:xfrm>
          <a:off x="0" y="656661"/>
          <a:ext cx="10653579" cy="65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Apply the same clustering model</a:t>
          </a:r>
          <a:endParaRPr lang="en-US" sz="1800" kern="1200"/>
        </a:p>
      </dsp:txBody>
      <dsp:txXfrm>
        <a:off x="0" y="656661"/>
        <a:ext cx="10653579" cy="656100"/>
      </dsp:txXfrm>
    </dsp:sp>
    <dsp:sp modelId="{FE740ABB-70A1-47D6-9412-C0B5AE02C2AE}">
      <dsp:nvSpPr>
        <dsp:cNvPr id="0" name=""/>
        <dsp:cNvSpPr/>
      </dsp:nvSpPr>
      <dsp:spPr>
        <a:xfrm>
          <a:off x="0" y="1312762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FEB16-BFB3-4D84-9B61-A9D1A8A829C0}">
      <dsp:nvSpPr>
        <dsp:cNvPr id="0" name=""/>
        <dsp:cNvSpPr/>
      </dsp:nvSpPr>
      <dsp:spPr>
        <a:xfrm>
          <a:off x="0" y="1312762"/>
          <a:ext cx="10653579" cy="65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On follow-up samples from the same individuals</a:t>
          </a:r>
          <a:endParaRPr lang="en-US" sz="1800" kern="1200"/>
        </a:p>
      </dsp:txBody>
      <dsp:txXfrm>
        <a:off x="0" y="1312762"/>
        <a:ext cx="10653579" cy="656100"/>
      </dsp:txXfrm>
    </dsp:sp>
    <dsp:sp modelId="{9606F596-DEFE-4C4E-AAC8-386A0DD5AFE1}">
      <dsp:nvSpPr>
        <dsp:cNvPr id="0" name=""/>
        <dsp:cNvSpPr/>
      </dsp:nvSpPr>
      <dsp:spPr>
        <a:xfrm>
          <a:off x="0" y="196886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D8515-8917-4D03-8501-A38FE25F8942}">
      <dsp:nvSpPr>
        <dsp:cNvPr id="0" name=""/>
        <dsp:cNvSpPr/>
      </dsp:nvSpPr>
      <dsp:spPr>
        <a:xfrm>
          <a:off x="0" y="1968863"/>
          <a:ext cx="10653579" cy="65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At a later disease stage</a:t>
          </a:r>
          <a:endParaRPr lang="en-US" sz="1800" kern="1200"/>
        </a:p>
      </dsp:txBody>
      <dsp:txXfrm>
        <a:off x="0" y="1968863"/>
        <a:ext cx="10653579" cy="656100"/>
      </dsp:txXfrm>
    </dsp:sp>
    <dsp:sp modelId="{5C22CADD-FFE3-4C11-A1A5-F90AD3B17A33}">
      <dsp:nvSpPr>
        <dsp:cNvPr id="0" name=""/>
        <dsp:cNvSpPr/>
      </dsp:nvSpPr>
      <dsp:spPr>
        <a:xfrm>
          <a:off x="0" y="262496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4C648-4B6B-4C3C-A2E2-BB3D8B791A7C}">
      <dsp:nvSpPr>
        <dsp:cNvPr id="0" name=""/>
        <dsp:cNvSpPr/>
      </dsp:nvSpPr>
      <dsp:spPr>
        <a:xfrm>
          <a:off x="0" y="2624964"/>
          <a:ext cx="10653579" cy="65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Expected Outcome</a:t>
          </a:r>
          <a:endParaRPr lang="en-US" sz="1800" kern="1200"/>
        </a:p>
      </dsp:txBody>
      <dsp:txXfrm>
        <a:off x="0" y="2624964"/>
        <a:ext cx="10653579" cy="656100"/>
      </dsp:txXfrm>
    </dsp:sp>
    <dsp:sp modelId="{A05AFF77-D39A-4207-A0B3-EE0AF077125A}">
      <dsp:nvSpPr>
        <dsp:cNvPr id="0" name=""/>
        <dsp:cNvSpPr/>
      </dsp:nvSpPr>
      <dsp:spPr>
        <a:xfrm>
          <a:off x="0" y="3281065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8519D-630A-4587-905A-F9E3CD95CC48}">
      <dsp:nvSpPr>
        <dsp:cNvPr id="0" name=""/>
        <dsp:cNvSpPr/>
      </dsp:nvSpPr>
      <dsp:spPr>
        <a:xfrm>
          <a:off x="0" y="3281065"/>
          <a:ext cx="10653579" cy="65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If subtype structure remains consistent →</a:t>
          </a:r>
          <a:br>
            <a:rPr lang="en-GB" sz="1800" kern="1200"/>
          </a:br>
          <a:r>
            <a:rPr lang="en-GB" sz="1800" kern="1200"/>
            <a:t>Evidence of biological robustness</a:t>
          </a:r>
          <a:endParaRPr lang="en-US" sz="1800" kern="1200"/>
        </a:p>
      </dsp:txBody>
      <dsp:txXfrm>
        <a:off x="0" y="3281065"/>
        <a:ext cx="10653579" cy="656100"/>
      </dsp:txXfrm>
    </dsp:sp>
    <dsp:sp modelId="{615AE43E-D42A-499D-B598-0ED8CD00EF6E}">
      <dsp:nvSpPr>
        <dsp:cNvPr id="0" name=""/>
        <dsp:cNvSpPr/>
      </dsp:nvSpPr>
      <dsp:spPr>
        <a:xfrm>
          <a:off x="0" y="3937166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F09B5-0516-4500-865B-BBBA05561D34}">
      <dsp:nvSpPr>
        <dsp:cNvPr id="0" name=""/>
        <dsp:cNvSpPr/>
      </dsp:nvSpPr>
      <dsp:spPr>
        <a:xfrm>
          <a:off x="0" y="3937166"/>
          <a:ext cx="10653579" cy="65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If subtype structure changes →</a:t>
          </a:r>
          <a:br>
            <a:rPr lang="en-GB" sz="1800" kern="1200"/>
          </a:br>
          <a:r>
            <a:rPr lang="en-GB" sz="1800" kern="1200"/>
            <a:t>Subtypes may reflect dynamic disease states</a:t>
          </a:r>
          <a:endParaRPr lang="en-US" sz="1800" kern="1200"/>
        </a:p>
      </dsp:txBody>
      <dsp:txXfrm>
        <a:off x="0" y="3937166"/>
        <a:ext cx="10653579" cy="6561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98984-8F7B-4EB9-A535-B4299C817D20}">
      <dsp:nvSpPr>
        <dsp:cNvPr id="0" name=""/>
        <dsp:cNvSpPr/>
      </dsp:nvSpPr>
      <dsp:spPr>
        <a:xfrm>
          <a:off x="2680815" y="1555147"/>
          <a:ext cx="1474070" cy="7015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8067"/>
              </a:lnTo>
              <a:lnTo>
                <a:pt x="1474070" y="478067"/>
              </a:lnTo>
              <a:lnTo>
                <a:pt x="1474070" y="7015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66C95-DF7A-4AD6-957C-50F612E5216F}">
      <dsp:nvSpPr>
        <dsp:cNvPr id="0" name=""/>
        <dsp:cNvSpPr/>
      </dsp:nvSpPr>
      <dsp:spPr>
        <a:xfrm>
          <a:off x="1206744" y="1555147"/>
          <a:ext cx="1474070" cy="701523"/>
        </a:xfrm>
        <a:custGeom>
          <a:avLst/>
          <a:gdLst/>
          <a:ahLst/>
          <a:cxnLst/>
          <a:rect l="0" t="0" r="0" b="0"/>
          <a:pathLst>
            <a:path>
              <a:moveTo>
                <a:pt x="1474070" y="0"/>
              </a:moveTo>
              <a:lnTo>
                <a:pt x="1474070" y="478067"/>
              </a:lnTo>
              <a:lnTo>
                <a:pt x="0" y="478067"/>
              </a:lnTo>
              <a:lnTo>
                <a:pt x="0" y="7015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A69FCD-335E-4A7A-8478-8AC12F406FD0}">
      <dsp:nvSpPr>
        <dsp:cNvPr id="0" name=""/>
        <dsp:cNvSpPr/>
      </dsp:nvSpPr>
      <dsp:spPr>
        <a:xfrm>
          <a:off x="1474757" y="23454"/>
          <a:ext cx="2412115" cy="1531693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F32DE-84F4-4729-9769-2A3D184CBE39}">
      <dsp:nvSpPr>
        <dsp:cNvPr id="0" name=""/>
        <dsp:cNvSpPr/>
      </dsp:nvSpPr>
      <dsp:spPr>
        <a:xfrm>
          <a:off x="1742770" y="278066"/>
          <a:ext cx="2412115" cy="15316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Data Availability</a:t>
          </a:r>
          <a:endParaRPr lang="en-US" sz="1800" kern="1200"/>
        </a:p>
      </dsp:txBody>
      <dsp:txXfrm>
        <a:off x="1787632" y="322928"/>
        <a:ext cx="2322391" cy="1441969"/>
      </dsp:txXfrm>
    </dsp:sp>
    <dsp:sp modelId="{D1261443-B9F4-484D-802E-43A69E2471BF}">
      <dsp:nvSpPr>
        <dsp:cNvPr id="0" name=""/>
        <dsp:cNvSpPr/>
      </dsp:nvSpPr>
      <dsp:spPr>
        <a:xfrm>
          <a:off x="687" y="2256671"/>
          <a:ext cx="2412115" cy="1531693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00AC6-926C-41EC-BEA2-176B643018FD}">
      <dsp:nvSpPr>
        <dsp:cNvPr id="0" name=""/>
        <dsp:cNvSpPr/>
      </dsp:nvSpPr>
      <dsp:spPr>
        <a:xfrm>
          <a:off x="268700" y="2511283"/>
          <a:ext cx="2412115" cy="15316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Do we have longitudinal data?</a:t>
          </a:r>
          <a:br>
            <a:rPr lang="en-GB" sz="1800" kern="1200"/>
          </a:br>
          <a:r>
            <a:rPr lang="en-GB" sz="1800" kern="1200"/>
            <a:t>(cognitive decline, imaging, biomarker trajectories)</a:t>
          </a:r>
          <a:endParaRPr lang="en-US" sz="1800" kern="1200"/>
        </a:p>
      </dsp:txBody>
      <dsp:txXfrm>
        <a:off x="313562" y="2556145"/>
        <a:ext cx="2322391" cy="1441969"/>
      </dsp:txXfrm>
    </dsp:sp>
    <dsp:sp modelId="{001E7C57-984F-484D-8917-E6CF421718E9}">
      <dsp:nvSpPr>
        <dsp:cNvPr id="0" name=""/>
        <dsp:cNvSpPr/>
      </dsp:nvSpPr>
      <dsp:spPr>
        <a:xfrm>
          <a:off x="2948828" y="2256671"/>
          <a:ext cx="2412115" cy="1531693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6C9BE-C984-41D1-B8D9-1C9FAD069439}">
      <dsp:nvSpPr>
        <dsp:cNvPr id="0" name=""/>
        <dsp:cNvSpPr/>
      </dsp:nvSpPr>
      <dsp:spPr>
        <a:xfrm>
          <a:off x="3216841" y="2511283"/>
          <a:ext cx="2412115" cy="15316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Are genetic data available?</a:t>
          </a:r>
          <a:br>
            <a:rPr lang="en-GB" sz="1800" kern="1200"/>
          </a:br>
          <a:r>
            <a:rPr lang="en-GB" sz="1800" kern="1200"/>
            <a:t>(e.g., APOE status, PRS)</a:t>
          </a:r>
          <a:endParaRPr lang="en-US" sz="1800" kern="1200"/>
        </a:p>
      </dsp:txBody>
      <dsp:txXfrm>
        <a:off x="3261703" y="2556145"/>
        <a:ext cx="2322391" cy="14419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98984-8F7B-4EB9-A535-B4299C817D20}">
      <dsp:nvSpPr>
        <dsp:cNvPr id="0" name=""/>
        <dsp:cNvSpPr/>
      </dsp:nvSpPr>
      <dsp:spPr>
        <a:xfrm>
          <a:off x="2796616" y="1550048"/>
          <a:ext cx="1489791" cy="709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3166"/>
              </a:lnTo>
              <a:lnTo>
                <a:pt x="1489791" y="483166"/>
              </a:lnTo>
              <a:lnTo>
                <a:pt x="1489791" y="70900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66C95-DF7A-4AD6-957C-50F612E5216F}">
      <dsp:nvSpPr>
        <dsp:cNvPr id="0" name=""/>
        <dsp:cNvSpPr/>
      </dsp:nvSpPr>
      <dsp:spPr>
        <a:xfrm>
          <a:off x="1306824" y="1550048"/>
          <a:ext cx="1489791" cy="709005"/>
        </a:xfrm>
        <a:custGeom>
          <a:avLst/>
          <a:gdLst/>
          <a:ahLst/>
          <a:cxnLst/>
          <a:rect l="0" t="0" r="0" b="0"/>
          <a:pathLst>
            <a:path>
              <a:moveTo>
                <a:pt x="1489791" y="0"/>
              </a:moveTo>
              <a:lnTo>
                <a:pt x="1489791" y="483166"/>
              </a:lnTo>
              <a:lnTo>
                <a:pt x="0" y="483166"/>
              </a:lnTo>
              <a:lnTo>
                <a:pt x="0" y="70900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A69FCD-335E-4A7A-8478-8AC12F406FD0}">
      <dsp:nvSpPr>
        <dsp:cNvPr id="0" name=""/>
        <dsp:cNvSpPr/>
      </dsp:nvSpPr>
      <dsp:spPr>
        <a:xfrm>
          <a:off x="1577696" y="2019"/>
          <a:ext cx="2437841" cy="1548029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F32DE-84F4-4729-9769-2A3D184CBE39}">
      <dsp:nvSpPr>
        <dsp:cNvPr id="0" name=""/>
        <dsp:cNvSpPr/>
      </dsp:nvSpPr>
      <dsp:spPr>
        <a:xfrm>
          <a:off x="1848567" y="259347"/>
          <a:ext cx="2437841" cy="15480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Technical Harmonization</a:t>
          </a:r>
          <a:endParaRPr lang="en-US" sz="1800" b="1" kern="1200" dirty="0"/>
        </a:p>
      </dsp:txBody>
      <dsp:txXfrm>
        <a:off x="1893907" y="304687"/>
        <a:ext cx="2347161" cy="1457349"/>
      </dsp:txXfrm>
    </dsp:sp>
    <dsp:sp modelId="{D1261443-B9F4-484D-802E-43A69E2471BF}">
      <dsp:nvSpPr>
        <dsp:cNvPr id="0" name=""/>
        <dsp:cNvSpPr/>
      </dsp:nvSpPr>
      <dsp:spPr>
        <a:xfrm>
          <a:off x="87904" y="2259054"/>
          <a:ext cx="2437841" cy="1548029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00AC6-926C-41EC-BEA2-176B643018FD}">
      <dsp:nvSpPr>
        <dsp:cNvPr id="0" name=""/>
        <dsp:cNvSpPr/>
      </dsp:nvSpPr>
      <dsp:spPr>
        <a:xfrm>
          <a:off x="358775" y="2516382"/>
          <a:ext cx="2437841" cy="15480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Were samples processed using the same proteomic platform?</a:t>
          </a:r>
          <a:endParaRPr lang="en-US" sz="1800" kern="1200" dirty="0"/>
        </a:p>
      </dsp:txBody>
      <dsp:txXfrm>
        <a:off x="404115" y="2561722"/>
        <a:ext cx="2347161" cy="1457349"/>
      </dsp:txXfrm>
    </dsp:sp>
    <dsp:sp modelId="{001E7C57-984F-484D-8917-E6CF421718E9}">
      <dsp:nvSpPr>
        <dsp:cNvPr id="0" name=""/>
        <dsp:cNvSpPr/>
      </dsp:nvSpPr>
      <dsp:spPr>
        <a:xfrm>
          <a:off x="3067488" y="2259054"/>
          <a:ext cx="2437841" cy="1548029"/>
        </a:xfrm>
        <a:prstGeom prst="roundRect">
          <a:avLst>
            <a:gd name="adj" fmla="val 10000"/>
          </a:avLst>
        </a:prstGeom>
        <a:solidFill>
          <a:srgbClr val="734B6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6C9BE-C984-41D1-B8D9-1C9FAD069439}">
      <dsp:nvSpPr>
        <dsp:cNvPr id="0" name=""/>
        <dsp:cNvSpPr/>
      </dsp:nvSpPr>
      <dsp:spPr>
        <a:xfrm>
          <a:off x="3338359" y="2516382"/>
          <a:ext cx="2437841" cy="15480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Were laboratory protocols consistent across cohorts?</a:t>
          </a:r>
          <a:endParaRPr lang="en-US" sz="1800" kern="1200" dirty="0"/>
        </a:p>
      </dsp:txBody>
      <dsp:txXfrm>
        <a:off x="3383699" y="2561722"/>
        <a:ext cx="2347161" cy="145734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16F59-F795-4EDF-B99A-89285A5ABCBB}">
      <dsp:nvSpPr>
        <dsp:cNvPr id="0" name=""/>
        <dsp:cNvSpPr/>
      </dsp:nvSpPr>
      <dsp:spPr>
        <a:xfrm>
          <a:off x="0" y="3796341"/>
          <a:ext cx="2663394" cy="830546"/>
        </a:xfrm>
        <a:prstGeom prst="rect">
          <a:avLst/>
        </a:prstGeom>
        <a:solidFill>
          <a:srgbClr val="734B67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421" tIns="99568" rIns="189421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However, cluster granularity may depend on</a:t>
          </a:r>
          <a:endParaRPr lang="en-US" sz="1400" kern="1200" dirty="0"/>
        </a:p>
      </dsp:txBody>
      <dsp:txXfrm>
        <a:off x="0" y="3796341"/>
        <a:ext cx="2663394" cy="830546"/>
      </dsp:txXfrm>
    </dsp:sp>
    <dsp:sp modelId="{45E18B8B-B396-4571-8E42-94AEA8DC5FD2}">
      <dsp:nvSpPr>
        <dsp:cNvPr id="0" name=""/>
        <dsp:cNvSpPr/>
      </dsp:nvSpPr>
      <dsp:spPr>
        <a:xfrm>
          <a:off x="2663394" y="3796341"/>
          <a:ext cx="7990184" cy="8305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079" tIns="139700" rIns="162079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Sample heterogeneity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Statistical power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Noise structure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Model sensitivity</a:t>
          </a:r>
          <a:endParaRPr lang="en-US" sz="1100" kern="1200" dirty="0"/>
        </a:p>
      </dsp:txBody>
      <dsp:txXfrm>
        <a:off x="2663394" y="3796341"/>
        <a:ext cx="7990184" cy="830546"/>
      </dsp:txXfrm>
    </dsp:sp>
    <dsp:sp modelId="{D48191F7-4DA5-4299-BC5B-22C3B0F33EBE}">
      <dsp:nvSpPr>
        <dsp:cNvPr id="0" name=""/>
        <dsp:cNvSpPr/>
      </dsp:nvSpPr>
      <dsp:spPr>
        <a:xfrm rot="10800000">
          <a:off x="0" y="2531418"/>
          <a:ext cx="2663394" cy="12773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734B67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421" tIns="99568" rIns="189421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Important Consideration</a:t>
          </a:r>
          <a:endParaRPr lang="en-US" sz="1400" kern="1200"/>
        </a:p>
      </dsp:txBody>
      <dsp:txXfrm rot="-10800000">
        <a:off x="0" y="2531418"/>
        <a:ext cx="2663394" cy="830297"/>
      </dsp:txXfrm>
    </dsp:sp>
    <dsp:sp modelId="{FCE7DCDF-9670-444E-9ACB-498DAB0297FC}">
      <dsp:nvSpPr>
        <dsp:cNvPr id="0" name=""/>
        <dsp:cNvSpPr/>
      </dsp:nvSpPr>
      <dsp:spPr>
        <a:xfrm>
          <a:off x="2663394" y="2531418"/>
          <a:ext cx="7990184" cy="8302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079" tIns="139700" rIns="162079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Larger N may reveal finer substructure</a:t>
          </a:r>
        </a:p>
      </dsp:txBody>
      <dsp:txXfrm>
        <a:off x="2663394" y="2531418"/>
        <a:ext cx="7990184" cy="830297"/>
      </dsp:txXfrm>
    </dsp:sp>
    <dsp:sp modelId="{F1A5EE8C-834A-4BDF-B862-11A2FBF3BAFB}">
      <dsp:nvSpPr>
        <dsp:cNvPr id="0" name=""/>
        <dsp:cNvSpPr/>
      </dsp:nvSpPr>
      <dsp:spPr>
        <a:xfrm rot="10800000">
          <a:off x="0" y="1266496"/>
          <a:ext cx="2663394" cy="12773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734B67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421" tIns="99568" rIns="189421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Key Question </a:t>
          </a:r>
        </a:p>
      </dsp:txBody>
      <dsp:txXfrm rot="-10800000">
        <a:off x="0" y="1266496"/>
        <a:ext cx="2663394" cy="830297"/>
      </dsp:txXfrm>
    </dsp:sp>
    <dsp:sp modelId="{DD455939-8A29-457F-9C8B-C3780ECD0C2F}">
      <dsp:nvSpPr>
        <dsp:cNvPr id="0" name=""/>
        <dsp:cNvSpPr/>
      </dsp:nvSpPr>
      <dsp:spPr>
        <a:xfrm>
          <a:off x="2663394" y="1266496"/>
          <a:ext cx="7990184" cy="8302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079" tIns="139700" rIns="162079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Does the number of clusters reflect true biological diversity</a:t>
          </a:r>
          <a:br>
            <a:rPr lang="en-GB" sz="1100" kern="1200"/>
          </a:br>
          <a:r>
            <a:rPr lang="en-GB" sz="1100" kern="1200"/>
            <a:t>or increased statistical resolution with larger sample size?</a:t>
          </a:r>
        </a:p>
      </dsp:txBody>
      <dsp:txXfrm>
        <a:off x="2663394" y="1266496"/>
        <a:ext cx="7990184" cy="830297"/>
      </dsp:txXfrm>
    </dsp:sp>
    <dsp:sp modelId="{17BE472A-D018-4A84-A63A-9ACBB1BF28D3}">
      <dsp:nvSpPr>
        <dsp:cNvPr id="0" name=""/>
        <dsp:cNvSpPr/>
      </dsp:nvSpPr>
      <dsp:spPr>
        <a:xfrm rot="10800000">
          <a:off x="0" y="1573"/>
          <a:ext cx="2663394" cy="12773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734B67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421" tIns="99568" rIns="189421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Observed Across Studies</a:t>
          </a:r>
          <a:endParaRPr lang="en-US" sz="1400" kern="1200"/>
        </a:p>
      </dsp:txBody>
      <dsp:txXfrm rot="-10800000">
        <a:off x="0" y="1573"/>
        <a:ext cx="2663394" cy="830297"/>
      </dsp:txXfrm>
    </dsp:sp>
    <dsp:sp modelId="{5217B487-8A2A-44DF-9533-6994DEFFE634}">
      <dsp:nvSpPr>
        <dsp:cNvPr id="0" name=""/>
        <dsp:cNvSpPr/>
      </dsp:nvSpPr>
      <dsp:spPr>
        <a:xfrm>
          <a:off x="2663394" y="1573"/>
          <a:ext cx="7990184" cy="8302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079" tIns="139700" rIns="162079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2 subtypes → small MCI cohort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5 subtypes → ~400+ individuals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3 subtypes → ~200 individuals</a:t>
          </a:r>
          <a:endParaRPr lang="en-US" sz="1100" kern="1200" dirty="0"/>
        </a:p>
      </dsp:txBody>
      <dsp:txXfrm>
        <a:off x="2663394" y="1573"/>
        <a:ext cx="7990184" cy="8302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5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8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0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8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5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6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2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4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61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6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image" Target="../media/image20.png"/><Relationship Id="rId5" Type="http://schemas.openxmlformats.org/officeDocument/2006/relationships/diagramColors" Target="../diagrams/colors6.xml"/><Relationship Id="rId10" Type="http://schemas.openxmlformats.org/officeDocument/2006/relationships/image" Target="../media/image19.sv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753F63D-5090-35E8-8C74-1B518B898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74" y="1635260"/>
            <a:ext cx="3348297" cy="2241755"/>
          </a:xfrm>
        </p:spPr>
        <p:txBody>
          <a:bodyPr>
            <a:normAutofit/>
          </a:bodyPr>
          <a:lstStyle/>
          <a:p>
            <a:pPr algn="l"/>
            <a:r>
              <a:rPr lang="en-GB" sz="2200"/>
              <a:t>From CSF Proteome to Alzheimer’s Subtypes: Comparative Clustering Pipeline</a:t>
            </a:r>
            <a:br>
              <a:rPr lang="en-GB" sz="2200"/>
            </a:br>
            <a:br>
              <a:rPr lang="en-GB" sz="2200"/>
            </a:br>
            <a:endParaRPr lang="en-GB" sz="2200"/>
          </a:p>
        </p:txBody>
      </p:sp>
      <p:pic>
        <p:nvPicPr>
          <p:cNvPr id="4" name="Picture 3" descr="Immagine che contiene Policromia, arte&#10;&#10;Il contenuto generato dall'IA potrebbe non essere corretto.">
            <a:extLst>
              <a:ext uri="{FF2B5EF4-FFF2-40B4-BE49-F238E27FC236}">
                <a16:creationId xmlns:a16="http://schemas.microsoft.com/office/drawing/2014/main" id="{64F5EDA3-7E55-9A18-F7C8-911FE4C35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90"/>
          <a:stretch>
            <a:fillRect/>
          </a:stretch>
        </p:blipFill>
        <p:spPr>
          <a:xfrm>
            <a:off x="5404178" y="394504"/>
            <a:ext cx="5270649" cy="60619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672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D21D8D-3482-3619-E612-15294649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11665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sz="3300" dirty="0"/>
              <a:t>Cohort design in AD proteomic subtyping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76404C-2C1E-04C9-6499-3ED31CCF1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 marL="457200" lvl="0" indent="-457200">
              <a:buFont typeface="Univers Condensed"/>
              <a:buAutoNum type="arabicPeriod"/>
            </a:pPr>
            <a:r>
              <a:rPr lang="en-GB" sz="1800" b="1" dirty="0"/>
              <a:t>Two-Cohort Structure:</a:t>
            </a:r>
          </a:p>
          <a:p>
            <a:pPr lvl="1"/>
            <a:r>
              <a:rPr lang="en-GB" dirty="0"/>
              <a:t>Discovery cohort</a:t>
            </a:r>
          </a:p>
          <a:p>
            <a:pPr lvl="1"/>
            <a:r>
              <a:rPr lang="en-GB" dirty="0"/>
              <a:t>Validation cohort</a:t>
            </a:r>
          </a:p>
          <a:p>
            <a:pPr marL="457200" lvl="0" indent="-457200">
              <a:buFont typeface="Univers Condensed"/>
              <a:buAutoNum type="arabicPeriod"/>
            </a:pPr>
            <a:r>
              <a:rPr lang="en-GB" sz="1800" b="1" dirty="0"/>
              <a:t>Single integrated cohort:</a:t>
            </a:r>
          </a:p>
          <a:p>
            <a:pPr lvl="1"/>
            <a:r>
              <a:rPr lang="en-GB" dirty="0"/>
              <a:t>Integrated cohort</a:t>
            </a:r>
          </a:p>
          <a:p>
            <a:pPr lvl="1"/>
            <a:r>
              <a:rPr lang="en-GB" dirty="0"/>
              <a:t>Internal stratification</a:t>
            </a:r>
          </a:p>
        </p:txBody>
      </p:sp>
      <p:pic>
        <p:nvPicPr>
          <p:cNvPr id="7" name="Graphic 6" descr="Utenti">
            <a:extLst>
              <a:ext uri="{FF2B5EF4-FFF2-40B4-BE49-F238E27FC236}">
                <a16:creationId xmlns:a16="http://schemas.microsoft.com/office/drawing/2014/main" id="{BECF16DE-00AB-B639-0DB1-FBA7185C7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6171" y="1014439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6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A74150-BC2C-835E-0A72-1FBAEDF0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CSF Proteomics: Quantitative Proteomic Approach</a:t>
            </a:r>
            <a:br>
              <a:rPr lang="en-US" dirty="0"/>
            </a:br>
            <a:br>
              <a:rPr lang="en-GB" dirty="0"/>
            </a:br>
            <a:endParaRPr lang="en-GB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6FBA2F6-66C4-0847-EB3B-0D06AAC57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609827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64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1C81A213-B25A-A48B-3AE8-B3FB8F4E4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3DDB73-AE40-0E4B-1264-1E1C51EC4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3D30C61A-C19D-CF4D-16CF-1A5D200BD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5" name="Titolo 1">
            <a:extLst>
              <a:ext uri="{FF2B5EF4-FFF2-40B4-BE49-F238E27FC236}">
                <a16:creationId xmlns:a16="http://schemas.microsoft.com/office/drawing/2014/main" id="{0A1CA87D-801F-B090-07D2-915163449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2131" y="914756"/>
            <a:ext cx="3678484" cy="3543766"/>
          </a:xfrm>
        </p:spPr>
        <p:txBody>
          <a:bodyPr/>
          <a:lstStyle/>
          <a:p>
            <a:pPr lvl="0"/>
            <a:r>
              <a:rPr lang="en-GB" sz="3700" b="1" dirty="0"/>
              <a:t>Defining AD+ and AD−: CSF biomarker-based </a:t>
            </a:r>
            <a:r>
              <a:rPr lang="en-GB" sz="3700" dirty="0"/>
              <a:t>c</a:t>
            </a:r>
            <a:r>
              <a:rPr lang="en-GB" sz="3700" b="1" dirty="0"/>
              <a:t>lassification</a:t>
            </a:r>
            <a:br>
              <a:rPr lang="en-GB" sz="3700" dirty="0"/>
            </a:br>
            <a:endParaRPr lang="en-GB" sz="3700" dirty="0"/>
          </a:p>
        </p:txBody>
      </p:sp>
      <p:grpSp>
        <p:nvGrpSpPr>
          <p:cNvPr id="6" name="Segnaposto contenuto 2">
            <a:extLst>
              <a:ext uri="{FF2B5EF4-FFF2-40B4-BE49-F238E27FC236}">
                <a16:creationId xmlns:a16="http://schemas.microsoft.com/office/drawing/2014/main" id="{6A011C1D-7A80-F9DF-6AD2-8F2F872E55F3}"/>
              </a:ext>
            </a:extLst>
          </p:cNvPr>
          <p:cNvGrpSpPr/>
          <p:nvPr/>
        </p:nvGrpSpPr>
        <p:grpSpPr>
          <a:xfrm>
            <a:off x="4773168" y="995452"/>
            <a:ext cx="6720838" cy="4931532"/>
            <a:chOff x="4773168" y="995452"/>
            <a:chExt cx="6720838" cy="4931532"/>
          </a:xfrm>
        </p:grpSpPr>
        <p:sp>
          <p:nvSpPr>
            <p:cNvPr id="7" name="Figura a mano libera: forma 6">
              <a:extLst>
                <a:ext uri="{FF2B5EF4-FFF2-40B4-BE49-F238E27FC236}">
                  <a16:creationId xmlns:a16="http://schemas.microsoft.com/office/drawing/2014/main" id="{282BCAAF-6723-8D8D-956D-4880874AC42E}"/>
                </a:ext>
              </a:extLst>
            </p:cNvPr>
            <p:cNvSpPr/>
            <p:nvPr/>
          </p:nvSpPr>
          <p:spPr>
            <a:xfrm>
              <a:off x="4773168" y="3972354"/>
              <a:ext cx="1680210" cy="19546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80210"/>
                <a:gd name="f7" fmla="val 1954629"/>
                <a:gd name="f8" fmla="+- 0 0 -90"/>
                <a:gd name="f9" fmla="*/ f3 1 1680210"/>
                <a:gd name="f10" fmla="*/ f4 1 1954629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680210"/>
                <a:gd name="f19" fmla="*/ f15 1 1954629"/>
                <a:gd name="f20" fmla="*/ 0 f16 1"/>
                <a:gd name="f21" fmla="*/ 0 f15 1"/>
                <a:gd name="f22" fmla="*/ 1680210 f16 1"/>
                <a:gd name="f23" fmla="*/ 1954629 f15 1"/>
                <a:gd name="f24" fmla="+- f17 0 f1"/>
                <a:gd name="f25" fmla="*/ f20 1 1680210"/>
                <a:gd name="f26" fmla="*/ f21 1 1954629"/>
                <a:gd name="f27" fmla="*/ f22 1 1680210"/>
                <a:gd name="f28" fmla="*/ f23 1 1954629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680210" h="1954629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734B67"/>
              </a:solidFill>
              <a:prstDash val="solid"/>
              <a:miter/>
            </a:ln>
          </p:spPr>
          <p:txBody>
            <a:bodyPr vert="horz" wrap="square" lIns="119493" tIns="156462" rIns="119493" bIns="156462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1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Supporting Biomarkers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8" name="Figura a mano libera: forma 7">
              <a:extLst>
                <a:ext uri="{FF2B5EF4-FFF2-40B4-BE49-F238E27FC236}">
                  <a16:creationId xmlns:a16="http://schemas.microsoft.com/office/drawing/2014/main" id="{E833D889-27C3-89CA-FE1F-041F77C15DA2}"/>
                </a:ext>
              </a:extLst>
            </p:cNvPr>
            <p:cNvSpPr/>
            <p:nvPr/>
          </p:nvSpPr>
          <p:spPr>
            <a:xfrm>
              <a:off x="6453377" y="3972354"/>
              <a:ext cx="5040629" cy="19546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40630"/>
                <a:gd name="f7" fmla="val 1954629"/>
                <a:gd name="f8" fmla="+- 0 0 -90"/>
                <a:gd name="f9" fmla="*/ f3 1 5040630"/>
                <a:gd name="f10" fmla="*/ f4 1 1954629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5040630"/>
                <a:gd name="f19" fmla="*/ f15 1 1954629"/>
                <a:gd name="f20" fmla="*/ 0 f16 1"/>
                <a:gd name="f21" fmla="*/ 0 f15 1"/>
                <a:gd name="f22" fmla="*/ 5040630 f16 1"/>
                <a:gd name="f23" fmla="*/ 1954629 f15 1"/>
                <a:gd name="f24" fmla="+- f17 0 f1"/>
                <a:gd name="f25" fmla="*/ f20 1 5040630"/>
                <a:gd name="f26" fmla="*/ f21 1 1954629"/>
                <a:gd name="f27" fmla="*/ f22 1 5040630"/>
                <a:gd name="f28" fmla="*/ f23 1 1954629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5040630" h="1954629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D5D0D3">
                <a:alpha val="90000"/>
              </a:srgbClr>
            </a:solidFill>
            <a:ln w="12701" cap="flat">
              <a:solidFill>
                <a:srgbClr val="D5D0D3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02248" tIns="228600" rIns="102248" bIns="228600" anchor="ctr" anchorCtr="0" compatLnSpc="1">
              <a:noAutofit/>
            </a:bodyPr>
            <a:lstStyle/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1" i="0" u="none" strike="noStrike" kern="1200" cap="none" spc="0" baseline="0">
                  <a:solidFill>
                    <a:srgbClr val="000000"/>
                  </a:solidFill>
                  <a:uFillTx/>
                  <a:latin typeface="Calisto MT"/>
                </a:rPr>
                <a:t>t-tau and p-tau</a:t>
              </a: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sto MT"/>
              </a:endParaRPr>
            </a:p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sto MT"/>
                </a:rPr>
                <a:t>→Contribute to defining pathological CSF profile</a:t>
              </a:r>
            </a:p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sto MT"/>
                </a:rPr>
                <a:t>→Reflect neuronal injury</a:t>
              </a:r>
            </a:p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sto MT"/>
                </a:rPr>
                <a:t>→Used for refinement and characterization</a:t>
              </a:r>
            </a:p>
          </p:txBody>
        </p:sp>
        <p:sp>
          <p:nvSpPr>
            <p:cNvPr id="9" name="Figura a mano libera: forma 8">
              <a:extLst>
                <a:ext uri="{FF2B5EF4-FFF2-40B4-BE49-F238E27FC236}">
                  <a16:creationId xmlns:a16="http://schemas.microsoft.com/office/drawing/2014/main" id="{A5F1ADA4-6941-7859-E86F-2CDCD8CD4049}"/>
                </a:ext>
              </a:extLst>
            </p:cNvPr>
            <p:cNvSpPr/>
            <p:nvPr/>
          </p:nvSpPr>
          <p:spPr>
            <a:xfrm>
              <a:off x="4773168" y="995452"/>
              <a:ext cx="1680210" cy="30062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80210"/>
                <a:gd name="f7" fmla="val 3006219"/>
                <a:gd name="f8" fmla="val 1680209"/>
                <a:gd name="f9" fmla="val 1953351"/>
                <a:gd name="f10" fmla="val 882110"/>
                <a:gd name="f11" fmla="val 2754187"/>
                <a:gd name="f12" fmla="val 1008126"/>
                <a:gd name="f13" fmla="val 840105"/>
                <a:gd name="f14" fmla="val 672084"/>
                <a:gd name="f15" fmla="val 798100"/>
                <a:gd name="f16" fmla="val 1"/>
                <a:gd name="f17" fmla="+- 0 0 -90"/>
                <a:gd name="f18" fmla="*/ f3 1 1680210"/>
                <a:gd name="f19" fmla="*/ f4 1 300621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680210"/>
                <a:gd name="f28" fmla="*/ f24 1 3006219"/>
                <a:gd name="f29" fmla="*/ 0 f25 1"/>
                <a:gd name="f30" fmla="*/ 1052868 f24 1"/>
                <a:gd name="f31" fmla="*/ 798100 f25 1"/>
                <a:gd name="f32" fmla="*/ 252032 f24 1"/>
                <a:gd name="f33" fmla="*/ 672084 f25 1"/>
                <a:gd name="f34" fmla="*/ 840105 f25 1"/>
                <a:gd name="f35" fmla="*/ 0 f24 1"/>
                <a:gd name="f36" fmla="*/ 1008126 f25 1"/>
                <a:gd name="f37" fmla="*/ 882110 f25 1"/>
                <a:gd name="f38" fmla="*/ 1680210 f25 1"/>
                <a:gd name="f39" fmla="*/ 3006219 f24 1"/>
                <a:gd name="f40" fmla="+- f26 0 f1"/>
                <a:gd name="f41" fmla="*/ f29 1 1680210"/>
                <a:gd name="f42" fmla="*/ f30 1 3006219"/>
                <a:gd name="f43" fmla="*/ f31 1 1680210"/>
                <a:gd name="f44" fmla="*/ f32 1 3006219"/>
                <a:gd name="f45" fmla="*/ f33 1 1680210"/>
                <a:gd name="f46" fmla="*/ f34 1 1680210"/>
                <a:gd name="f47" fmla="*/ f35 1 3006219"/>
                <a:gd name="f48" fmla="*/ f36 1 1680210"/>
                <a:gd name="f49" fmla="*/ f37 1 1680210"/>
                <a:gd name="f50" fmla="*/ f38 1 1680210"/>
                <a:gd name="f51" fmla="*/ f39 1 3006219"/>
                <a:gd name="f52" fmla="*/ f20 1 f27"/>
                <a:gd name="f53" fmla="*/ f21 1 f27"/>
                <a:gd name="f54" fmla="*/ f20 1 f28"/>
                <a:gd name="f55" fmla="*/ f22 1 f28"/>
                <a:gd name="f56" fmla="*/ f41 1 f27"/>
                <a:gd name="f57" fmla="*/ f42 1 f28"/>
                <a:gd name="f58" fmla="*/ f43 1 f27"/>
                <a:gd name="f59" fmla="*/ f44 1 f28"/>
                <a:gd name="f60" fmla="*/ f45 1 f27"/>
                <a:gd name="f61" fmla="*/ f46 1 f27"/>
                <a:gd name="f62" fmla="*/ f47 1 f28"/>
                <a:gd name="f63" fmla="*/ f48 1 f27"/>
                <a:gd name="f64" fmla="*/ f49 1 f27"/>
                <a:gd name="f65" fmla="*/ f50 1 f27"/>
                <a:gd name="f66" fmla="*/ f51 1 f28"/>
                <a:gd name="f67" fmla="*/ f52 f18 1"/>
                <a:gd name="f68" fmla="*/ f53 f18 1"/>
                <a:gd name="f69" fmla="*/ f55 f19 1"/>
                <a:gd name="f70" fmla="*/ f54 f19 1"/>
                <a:gd name="f71" fmla="*/ f56 f18 1"/>
                <a:gd name="f72" fmla="*/ f57 f19 1"/>
                <a:gd name="f73" fmla="*/ f58 f18 1"/>
                <a:gd name="f74" fmla="*/ f59 f19 1"/>
                <a:gd name="f75" fmla="*/ f60 f18 1"/>
                <a:gd name="f76" fmla="*/ f61 f18 1"/>
                <a:gd name="f77" fmla="*/ f62 f19 1"/>
                <a:gd name="f78" fmla="*/ f63 f18 1"/>
                <a:gd name="f79" fmla="*/ f64 f18 1"/>
                <a:gd name="f80" fmla="*/ f65 f18 1"/>
                <a:gd name="f81" fmla="*/ f66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71" y="f72"/>
                </a:cxn>
                <a:cxn ang="f40">
                  <a:pos x="f73" y="f72"/>
                </a:cxn>
                <a:cxn ang="f40">
                  <a:pos x="f73" y="f74"/>
                </a:cxn>
                <a:cxn ang="f40">
                  <a:pos x="f75" y="f74"/>
                </a:cxn>
                <a:cxn ang="f40">
                  <a:pos x="f76" y="f77"/>
                </a:cxn>
                <a:cxn ang="f40">
                  <a:pos x="f78" y="f74"/>
                </a:cxn>
                <a:cxn ang="f40">
                  <a:pos x="f79" y="f74"/>
                </a:cxn>
                <a:cxn ang="f40">
                  <a:pos x="f79" y="f72"/>
                </a:cxn>
                <a:cxn ang="f40">
                  <a:pos x="f80" y="f72"/>
                </a:cxn>
                <a:cxn ang="f40">
                  <a:pos x="f80" y="f81"/>
                </a:cxn>
                <a:cxn ang="f40">
                  <a:pos x="f71" y="f81"/>
                </a:cxn>
                <a:cxn ang="f40">
                  <a:pos x="f71" y="f72"/>
                </a:cxn>
              </a:cxnLst>
              <a:rect l="f67" t="f70" r="f68" b="f69"/>
              <a:pathLst>
                <a:path w="1680210" h="3006219">
                  <a:moveTo>
                    <a:pt x="f8" y="f9"/>
                  </a:moveTo>
                  <a:lnTo>
                    <a:pt x="f10" y="f9"/>
                  </a:lnTo>
                  <a:lnTo>
                    <a:pt x="f10" y="f11"/>
                  </a:lnTo>
                  <a:lnTo>
                    <a:pt x="f12" y="f11"/>
                  </a:lnTo>
                  <a:lnTo>
                    <a:pt x="f13" y="f7"/>
                  </a:lnTo>
                  <a:lnTo>
                    <a:pt x="f14" y="f11"/>
                  </a:lnTo>
                  <a:lnTo>
                    <a:pt x="f15" y="f11"/>
                  </a:lnTo>
                  <a:lnTo>
                    <a:pt x="f15" y="f9"/>
                  </a:lnTo>
                  <a:lnTo>
                    <a:pt x="f16" y="f9"/>
                  </a:lnTo>
                  <a:lnTo>
                    <a:pt x="f16" y="f5"/>
                  </a:lnTo>
                  <a:lnTo>
                    <a:pt x="f8" y="f5"/>
                  </a:lnTo>
                  <a:lnTo>
                    <a:pt x="f8" y="f9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734B67"/>
              </a:solidFill>
              <a:prstDash val="solid"/>
              <a:miter/>
            </a:ln>
          </p:spPr>
          <p:txBody>
            <a:bodyPr vert="horz" wrap="square" lIns="119493" tIns="156462" rIns="119493" bIns="1208644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1" i="0" u="none" strike="noStrike" kern="1200" cap="none" spc="0" baseline="0" dirty="0">
                  <a:solidFill>
                    <a:srgbClr val="FFFFFF"/>
                  </a:solidFill>
                  <a:uFillTx/>
                  <a:latin typeface="Calisto MT"/>
                </a:rPr>
                <a:t>Primary Criterion</a:t>
              </a:r>
              <a:endParaRPr lang="en-US" sz="2200" b="0" i="0" u="none" strike="noStrike" kern="1200" cap="none" spc="0" baseline="0" dirty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10" name="Figura a mano libera: forma 9">
              <a:extLst>
                <a:ext uri="{FF2B5EF4-FFF2-40B4-BE49-F238E27FC236}">
                  <a16:creationId xmlns:a16="http://schemas.microsoft.com/office/drawing/2014/main" id="{845BBD1E-3791-5C81-A99F-D34C9CD39423}"/>
                </a:ext>
              </a:extLst>
            </p:cNvPr>
            <p:cNvSpPr/>
            <p:nvPr/>
          </p:nvSpPr>
          <p:spPr>
            <a:xfrm>
              <a:off x="6453377" y="995452"/>
              <a:ext cx="5040629" cy="195404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40630"/>
                <a:gd name="f7" fmla="val 1954042"/>
                <a:gd name="f8" fmla="+- 0 0 -90"/>
                <a:gd name="f9" fmla="*/ f3 1 5040630"/>
                <a:gd name="f10" fmla="*/ f4 1 1954042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5040630"/>
                <a:gd name="f19" fmla="*/ f15 1 1954042"/>
                <a:gd name="f20" fmla="*/ 0 f16 1"/>
                <a:gd name="f21" fmla="*/ 0 f15 1"/>
                <a:gd name="f22" fmla="*/ 5040630 f16 1"/>
                <a:gd name="f23" fmla="*/ 1954042 f15 1"/>
                <a:gd name="f24" fmla="+- f17 0 f1"/>
                <a:gd name="f25" fmla="*/ f20 1 5040630"/>
                <a:gd name="f26" fmla="*/ f21 1 1954042"/>
                <a:gd name="f27" fmla="*/ f22 1 5040630"/>
                <a:gd name="f28" fmla="*/ f23 1 1954042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5040630" h="1954042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D5D0D3">
                <a:alpha val="90000"/>
              </a:srgbClr>
            </a:solidFill>
            <a:ln w="12701" cap="flat">
              <a:solidFill>
                <a:srgbClr val="D5D0D3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02248" tIns="228600" rIns="102248" bIns="228600" anchor="ctr" anchorCtr="0" compatLnSpc="1">
              <a:noAutofit/>
            </a:bodyPr>
            <a:lstStyle/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1" i="0" u="none" strike="noStrike" kern="1200" cap="none" spc="0" baseline="0">
                  <a:solidFill>
                    <a:srgbClr val="000000"/>
                  </a:solidFill>
                  <a:uFillTx/>
                  <a:latin typeface="Calisto MT"/>
                </a:rPr>
                <a:t>Amyloid-β (Aβ42 or Aβ42/Aβ40 ratio)</a:t>
              </a: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sto MT"/>
                </a:rPr>
                <a:t> → Determines biological AD positivity (AD+)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BBA8E6-9B64-3649-906A-23749D9079E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Identifying AD-associated proteins</a:t>
            </a:r>
          </a:p>
        </p:txBody>
      </p:sp>
      <p:grpSp>
        <p:nvGrpSpPr>
          <p:cNvPr id="3" name="Segnaposto contenuto 2">
            <a:extLst>
              <a:ext uri="{FF2B5EF4-FFF2-40B4-BE49-F238E27FC236}">
                <a16:creationId xmlns:a16="http://schemas.microsoft.com/office/drawing/2014/main" id="{30AFA65B-9983-1394-6507-24235E6ADCD9}"/>
              </a:ext>
            </a:extLst>
          </p:cNvPr>
          <p:cNvGrpSpPr/>
          <p:nvPr/>
        </p:nvGrpSpPr>
        <p:grpSpPr>
          <a:xfrm>
            <a:off x="703767" y="2476762"/>
            <a:ext cx="10684993" cy="3230346"/>
            <a:chOff x="703767" y="2476762"/>
            <a:chExt cx="10684993" cy="3230346"/>
          </a:xfrm>
        </p:grpSpPr>
        <p:sp>
          <p:nvSpPr>
            <p:cNvPr id="4" name="Figura a mano libera: forma 3">
              <a:extLst>
                <a:ext uri="{FF2B5EF4-FFF2-40B4-BE49-F238E27FC236}">
                  <a16:creationId xmlns:a16="http://schemas.microsoft.com/office/drawing/2014/main" id="{562D1E28-FD1C-FA87-90FB-66E6AA785079}"/>
                </a:ext>
              </a:extLst>
            </p:cNvPr>
            <p:cNvSpPr/>
            <p:nvPr/>
          </p:nvSpPr>
          <p:spPr>
            <a:xfrm>
              <a:off x="703767" y="2476762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1" i="0" u="none" strike="noStrike" kern="1200" cap="none" spc="0" baseline="0" dirty="0">
                  <a:solidFill>
                    <a:srgbClr val="FFFFFF"/>
                  </a:solidFill>
                  <a:uFillTx/>
                  <a:latin typeface="Calisto MT"/>
                </a:rPr>
                <a:t>Kruskal–Wallis Test:</a:t>
              </a:r>
              <a:endParaRPr lang="en-US" sz="2200" b="0" i="0" u="none" strike="noStrike" kern="1200" cap="none" spc="0" baseline="0" dirty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5" name="Figura a mano libera: forma 4">
              <a:extLst>
                <a:ext uri="{FF2B5EF4-FFF2-40B4-BE49-F238E27FC236}">
                  <a16:creationId xmlns:a16="http://schemas.microsoft.com/office/drawing/2014/main" id="{51A3F738-BA3B-C88F-74DF-68A616413603}"/>
                </a:ext>
              </a:extLst>
            </p:cNvPr>
            <p:cNvSpPr/>
            <p:nvPr/>
          </p:nvSpPr>
          <p:spPr>
            <a:xfrm>
              <a:off x="3436543" y="2511454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Non-parametric statistical test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6" name="Figura a mano libera: forma 5">
              <a:extLst>
                <a:ext uri="{FF2B5EF4-FFF2-40B4-BE49-F238E27FC236}">
                  <a16:creationId xmlns:a16="http://schemas.microsoft.com/office/drawing/2014/main" id="{E2D55E37-2DA1-694E-B208-FC7DF83D69C0}"/>
                </a:ext>
              </a:extLst>
            </p:cNvPr>
            <p:cNvSpPr/>
            <p:nvPr/>
          </p:nvSpPr>
          <p:spPr>
            <a:xfrm>
              <a:off x="6170508" y="2476762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Evaluates each protein independently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7" name="Figura a mano libera: forma 6">
              <a:extLst>
                <a:ext uri="{FF2B5EF4-FFF2-40B4-BE49-F238E27FC236}">
                  <a16:creationId xmlns:a16="http://schemas.microsoft.com/office/drawing/2014/main" id="{4EA7FC11-AB64-FC6D-98E2-E986260EF260}"/>
                </a:ext>
              </a:extLst>
            </p:cNvPr>
            <p:cNvSpPr/>
            <p:nvPr/>
          </p:nvSpPr>
          <p:spPr>
            <a:xfrm>
              <a:off x="8903878" y="2476762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Identifies proteins with significant differences between AD+ and AD−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8" name="Figura a mano libera: forma 7">
              <a:extLst>
                <a:ext uri="{FF2B5EF4-FFF2-40B4-BE49-F238E27FC236}">
                  <a16:creationId xmlns:a16="http://schemas.microsoft.com/office/drawing/2014/main" id="{7B3571D7-98D6-90D9-65DF-4D39D246FFD8}"/>
                </a:ext>
              </a:extLst>
            </p:cNvPr>
            <p:cNvSpPr/>
            <p:nvPr/>
          </p:nvSpPr>
          <p:spPr>
            <a:xfrm>
              <a:off x="703767" y="4216179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1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PLS-DA (Partial Least Squares Discriminant Analysis):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9" name="Figura a mano libera: forma 8">
              <a:extLst>
                <a:ext uri="{FF2B5EF4-FFF2-40B4-BE49-F238E27FC236}">
                  <a16:creationId xmlns:a16="http://schemas.microsoft.com/office/drawing/2014/main" id="{458CB16B-6A08-43DA-6CDD-9C272E97F48C}"/>
                </a:ext>
              </a:extLst>
            </p:cNvPr>
            <p:cNvSpPr/>
            <p:nvPr/>
          </p:nvSpPr>
          <p:spPr>
            <a:xfrm>
              <a:off x="3437138" y="4216179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Supervised multivariate model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10" name="Figura a mano libera: forma 9">
              <a:extLst>
                <a:ext uri="{FF2B5EF4-FFF2-40B4-BE49-F238E27FC236}">
                  <a16:creationId xmlns:a16="http://schemas.microsoft.com/office/drawing/2014/main" id="{D710C767-D68E-EB92-86BB-60F6D29BB1AF}"/>
                </a:ext>
              </a:extLst>
            </p:cNvPr>
            <p:cNvSpPr/>
            <p:nvPr/>
          </p:nvSpPr>
          <p:spPr>
            <a:xfrm>
              <a:off x="6170508" y="4216179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Maximizes separation between AD+ and AD−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E00DDFA7-6D39-CE6B-C499-73459B7E7ED5}"/>
                </a:ext>
              </a:extLst>
            </p:cNvPr>
            <p:cNvSpPr/>
            <p:nvPr/>
          </p:nvSpPr>
          <p:spPr>
            <a:xfrm>
              <a:off x="8903878" y="4216179"/>
              <a:ext cx="2484882" cy="14909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84883"/>
                <a:gd name="f7" fmla="val 1490930"/>
                <a:gd name="f8" fmla="+- 0 0 -90"/>
                <a:gd name="f9" fmla="*/ f3 1 2484883"/>
                <a:gd name="f10" fmla="*/ f4 1 149093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484883"/>
                <a:gd name="f19" fmla="*/ f15 1 1490930"/>
                <a:gd name="f20" fmla="*/ 0 f16 1"/>
                <a:gd name="f21" fmla="*/ 0 f15 1"/>
                <a:gd name="f22" fmla="*/ 2484883 f16 1"/>
                <a:gd name="f23" fmla="*/ 1490930 f15 1"/>
                <a:gd name="f24" fmla="+- f17 0 f1"/>
                <a:gd name="f25" fmla="*/ f20 1 2484883"/>
                <a:gd name="f26" fmla="*/ f21 1 1490930"/>
                <a:gd name="f27" fmla="*/ f22 1 2484883"/>
                <a:gd name="f28" fmla="*/ f23 1 149093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484883" h="149093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34B67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3823" tIns="83823" rIns="83823" bIns="83823" anchor="ctr" anchorCtr="1" compatLnSpc="1">
              <a:noAutofit/>
            </a:bodyPr>
            <a:lstStyle/>
            <a:p>
              <a:pPr marL="0" marR="0" lvl="0" indent="0" algn="ctr" defTabSz="97789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2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Identifies discriminative proteins via VIP scores</a:t>
              </a:r>
              <a:endParaRPr lang="en-US" sz="22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</p:grpSp>
      <p:sp>
        <p:nvSpPr>
          <p:cNvPr id="12" name="Freccia a destra 3">
            <a:extLst>
              <a:ext uri="{FF2B5EF4-FFF2-40B4-BE49-F238E27FC236}">
                <a16:creationId xmlns:a16="http://schemas.microsoft.com/office/drawing/2014/main" id="{7C7BED27-830B-D0CC-25FD-60D3F28F6DE5}"/>
              </a:ext>
            </a:extLst>
          </p:cNvPr>
          <p:cNvSpPr/>
          <p:nvPr/>
        </p:nvSpPr>
        <p:spPr>
          <a:xfrm>
            <a:off x="3205420" y="3084847"/>
            <a:ext cx="231114" cy="344152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34B6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  <p:sp>
        <p:nvSpPr>
          <p:cNvPr id="13" name="Freccia a destra 5">
            <a:extLst>
              <a:ext uri="{FF2B5EF4-FFF2-40B4-BE49-F238E27FC236}">
                <a16:creationId xmlns:a16="http://schemas.microsoft.com/office/drawing/2014/main" id="{76945E8D-C93A-FDA5-296F-210B48E60A5F}"/>
              </a:ext>
            </a:extLst>
          </p:cNvPr>
          <p:cNvSpPr/>
          <p:nvPr/>
        </p:nvSpPr>
        <p:spPr>
          <a:xfrm>
            <a:off x="5958349" y="3084847"/>
            <a:ext cx="224969" cy="344152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34B6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  <p:sp>
        <p:nvSpPr>
          <p:cNvPr id="14" name="Freccia a destra 7">
            <a:extLst>
              <a:ext uri="{FF2B5EF4-FFF2-40B4-BE49-F238E27FC236}">
                <a16:creationId xmlns:a16="http://schemas.microsoft.com/office/drawing/2014/main" id="{F0723C0B-C1F5-7B9B-85C2-C8447D2D57FE}"/>
              </a:ext>
            </a:extLst>
          </p:cNvPr>
          <p:cNvSpPr/>
          <p:nvPr/>
        </p:nvSpPr>
        <p:spPr>
          <a:xfrm>
            <a:off x="8672050" y="3084847"/>
            <a:ext cx="231114" cy="344152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34B6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  <p:sp>
        <p:nvSpPr>
          <p:cNvPr id="15" name="Freccia a destra 9">
            <a:extLst>
              <a:ext uri="{FF2B5EF4-FFF2-40B4-BE49-F238E27FC236}">
                <a16:creationId xmlns:a16="http://schemas.microsoft.com/office/drawing/2014/main" id="{F3AC6E13-8653-0149-401B-04D5742A1DD7}"/>
              </a:ext>
            </a:extLst>
          </p:cNvPr>
          <p:cNvSpPr/>
          <p:nvPr/>
        </p:nvSpPr>
        <p:spPr>
          <a:xfrm>
            <a:off x="3205420" y="4817809"/>
            <a:ext cx="231114" cy="344152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34B6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  <p:sp>
        <p:nvSpPr>
          <p:cNvPr id="16" name="Freccia a destra 11">
            <a:extLst>
              <a:ext uri="{FF2B5EF4-FFF2-40B4-BE49-F238E27FC236}">
                <a16:creationId xmlns:a16="http://schemas.microsoft.com/office/drawing/2014/main" id="{25861E99-88B4-467D-8A1C-85A399FB6F90}"/>
              </a:ext>
            </a:extLst>
          </p:cNvPr>
          <p:cNvSpPr/>
          <p:nvPr/>
        </p:nvSpPr>
        <p:spPr>
          <a:xfrm>
            <a:off x="5958349" y="4817809"/>
            <a:ext cx="224969" cy="344152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34B6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  <p:sp>
        <p:nvSpPr>
          <p:cNvPr id="17" name="Freccia a destra 13">
            <a:extLst>
              <a:ext uri="{FF2B5EF4-FFF2-40B4-BE49-F238E27FC236}">
                <a16:creationId xmlns:a16="http://schemas.microsoft.com/office/drawing/2014/main" id="{C5273908-1DEE-D267-972F-AC3C1526A46F}"/>
              </a:ext>
            </a:extLst>
          </p:cNvPr>
          <p:cNvSpPr/>
          <p:nvPr/>
        </p:nvSpPr>
        <p:spPr>
          <a:xfrm>
            <a:off x="8672050" y="4906295"/>
            <a:ext cx="231114" cy="255666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34B6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31C4E8DD-770C-700B-9867-26A7D30B5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sto MT"/>
            </a:endParaRP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5A26AEB0-2DC8-547E-C7E0-C4EBDBDE07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082" y="909635"/>
            <a:ext cx="10691814" cy="1155618"/>
          </a:xfrm>
        </p:spPr>
        <p:txBody>
          <a:bodyPr/>
          <a:lstStyle/>
          <a:p>
            <a:pPr lvl="0">
              <a:lnSpc>
                <a:spcPct val="90000"/>
              </a:lnSpc>
            </a:pPr>
            <a:r>
              <a:rPr lang="en-GB" sz="3700" dirty="0"/>
              <a:t>Subtype discovery using non-negative matrix factorization (NMF)</a:t>
            </a:r>
          </a:p>
        </p:txBody>
      </p:sp>
      <p:cxnSp>
        <p:nvCxnSpPr>
          <p:cNvPr id="4" name="Straight Connector 10">
            <a:extLst>
              <a:ext uri="{FF2B5EF4-FFF2-40B4-BE49-F238E27FC236}">
                <a16:creationId xmlns:a16="http://schemas.microsoft.com/office/drawing/2014/main" id="{EAC91BA4-57A8-8EB2-3488-0E9C69B8F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A5442016-A0F8-4C6C-B075-897935A1C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grpSp>
        <p:nvGrpSpPr>
          <p:cNvPr id="6" name="Segnaposto contenuto 2">
            <a:extLst>
              <a:ext uri="{FF2B5EF4-FFF2-40B4-BE49-F238E27FC236}">
                <a16:creationId xmlns:a16="http://schemas.microsoft.com/office/drawing/2014/main" id="{DAFB5C1E-E4BD-1F87-784D-C1BADDD95DD5}"/>
              </a:ext>
            </a:extLst>
          </p:cNvPr>
          <p:cNvGrpSpPr/>
          <p:nvPr/>
        </p:nvGrpSpPr>
        <p:grpSpPr>
          <a:xfrm>
            <a:off x="700092" y="2222504"/>
            <a:ext cx="10691804" cy="3740142"/>
            <a:chOff x="700092" y="2222504"/>
            <a:chExt cx="10691804" cy="3740142"/>
          </a:xfrm>
        </p:grpSpPr>
        <p:sp>
          <p:nvSpPr>
            <p:cNvPr id="7" name="Figura a mano libera: forma 6">
              <a:extLst>
                <a:ext uri="{FF2B5EF4-FFF2-40B4-BE49-F238E27FC236}">
                  <a16:creationId xmlns:a16="http://schemas.microsoft.com/office/drawing/2014/main" id="{F76E4D8F-7E91-A622-30B4-4E35F859FE59}"/>
                </a:ext>
              </a:extLst>
            </p:cNvPr>
            <p:cNvSpPr/>
            <p:nvPr/>
          </p:nvSpPr>
          <p:spPr>
            <a:xfrm>
              <a:off x="700092" y="2222504"/>
              <a:ext cx="8232690" cy="6732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232695"/>
                <a:gd name="f7" fmla="val 673227"/>
                <a:gd name="f8" fmla="val 67323"/>
                <a:gd name="f9" fmla="val 30142"/>
                <a:gd name="f10" fmla="val 8165372"/>
                <a:gd name="f11" fmla="val 8202553"/>
                <a:gd name="f12" fmla="val 605904"/>
                <a:gd name="f13" fmla="val 643085"/>
                <a:gd name="f14" fmla="+- 0 0 -90"/>
                <a:gd name="f15" fmla="*/ f3 1 8232695"/>
                <a:gd name="f16" fmla="*/ f4 1 67322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8232695"/>
                <a:gd name="f25" fmla="*/ f21 1 673227"/>
                <a:gd name="f26" fmla="*/ 0 f22 1"/>
                <a:gd name="f27" fmla="*/ 67323 f21 1"/>
                <a:gd name="f28" fmla="*/ 67323 f22 1"/>
                <a:gd name="f29" fmla="*/ 0 f21 1"/>
                <a:gd name="f30" fmla="*/ 8165372 f22 1"/>
                <a:gd name="f31" fmla="*/ 8232695 f22 1"/>
                <a:gd name="f32" fmla="*/ 605904 f21 1"/>
                <a:gd name="f33" fmla="*/ 673227 f21 1"/>
                <a:gd name="f34" fmla="+- f23 0 f1"/>
                <a:gd name="f35" fmla="*/ f26 1 8232695"/>
                <a:gd name="f36" fmla="*/ f27 1 673227"/>
                <a:gd name="f37" fmla="*/ f28 1 8232695"/>
                <a:gd name="f38" fmla="*/ f29 1 673227"/>
                <a:gd name="f39" fmla="*/ f30 1 8232695"/>
                <a:gd name="f40" fmla="*/ f31 1 8232695"/>
                <a:gd name="f41" fmla="*/ f32 1 673227"/>
                <a:gd name="f42" fmla="*/ f33 1 673227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8232695" h="673227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959EBB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8294" tIns="88294" rIns="854095" bIns="88294" anchor="ctr" anchorCtr="0" compatLnSpc="1">
              <a:noAutofit/>
            </a:bodyPr>
            <a:lstStyle/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1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What is NMF?</a:t>
              </a: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8" name="Figura a mano libera: forma 7">
              <a:extLst>
                <a:ext uri="{FF2B5EF4-FFF2-40B4-BE49-F238E27FC236}">
                  <a16:creationId xmlns:a16="http://schemas.microsoft.com/office/drawing/2014/main" id="{C114ECE7-C957-266F-81E3-BF822EBCB194}"/>
                </a:ext>
              </a:extLst>
            </p:cNvPr>
            <p:cNvSpPr/>
            <p:nvPr/>
          </p:nvSpPr>
          <p:spPr>
            <a:xfrm>
              <a:off x="1314870" y="2989228"/>
              <a:ext cx="8232690" cy="6732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232695"/>
                <a:gd name="f7" fmla="val 673227"/>
                <a:gd name="f8" fmla="val 67323"/>
                <a:gd name="f9" fmla="val 30142"/>
                <a:gd name="f10" fmla="val 8165372"/>
                <a:gd name="f11" fmla="val 8202553"/>
                <a:gd name="f12" fmla="val 605904"/>
                <a:gd name="f13" fmla="val 643085"/>
                <a:gd name="f14" fmla="+- 0 0 -90"/>
                <a:gd name="f15" fmla="*/ f3 1 8232695"/>
                <a:gd name="f16" fmla="*/ f4 1 67322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8232695"/>
                <a:gd name="f25" fmla="*/ f21 1 673227"/>
                <a:gd name="f26" fmla="*/ 0 f22 1"/>
                <a:gd name="f27" fmla="*/ 67323 f21 1"/>
                <a:gd name="f28" fmla="*/ 67323 f22 1"/>
                <a:gd name="f29" fmla="*/ 0 f21 1"/>
                <a:gd name="f30" fmla="*/ 8165372 f22 1"/>
                <a:gd name="f31" fmla="*/ 8232695 f22 1"/>
                <a:gd name="f32" fmla="*/ 605904 f21 1"/>
                <a:gd name="f33" fmla="*/ 673227 f21 1"/>
                <a:gd name="f34" fmla="+- f23 0 f1"/>
                <a:gd name="f35" fmla="*/ f26 1 8232695"/>
                <a:gd name="f36" fmla="*/ f27 1 673227"/>
                <a:gd name="f37" fmla="*/ f28 1 8232695"/>
                <a:gd name="f38" fmla="*/ f29 1 673227"/>
                <a:gd name="f39" fmla="*/ f30 1 8232695"/>
                <a:gd name="f40" fmla="*/ f31 1 8232695"/>
                <a:gd name="f41" fmla="*/ f32 1 673227"/>
                <a:gd name="f42" fmla="*/ f33 1 673227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8232695" h="673227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596781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8294" tIns="88294" rIns="1140677" bIns="88294" anchor="ctr" anchorCtr="0" compatLnSpc="1">
              <a:noAutofit/>
            </a:bodyPr>
            <a:lstStyle/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Unsupervised clustering method</a:t>
              </a: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9" name="Figura a mano libera: forma 8">
              <a:extLst>
                <a:ext uri="{FF2B5EF4-FFF2-40B4-BE49-F238E27FC236}">
                  <a16:creationId xmlns:a16="http://schemas.microsoft.com/office/drawing/2014/main" id="{4CCDE1E1-BC2E-5659-50D1-98E2F14A164C}"/>
                </a:ext>
              </a:extLst>
            </p:cNvPr>
            <p:cNvSpPr/>
            <p:nvPr/>
          </p:nvSpPr>
          <p:spPr>
            <a:xfrm>
              <a:off x="1929649" y="3755962"/>
              <a:ext cx="8232690" cy="6732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232695"/>
                <a:gd name="f7" fmla="val 673227"/>
                <a:gd name="f8" fmla="val 67323"/>
                <a:gd name="f9" fmla="val 30142"/>
                <a:gd name="f10" fmla="val 8165372"/>
                <a:gd name="f11" fmla="val 8202553"/>
                <a:gd name="f12" fmla="val 605904"/>
                <a:gd name="f13" fmla="val 643085"/>
                <a:gd name="f14" fmla="+- 0 0 -90"/>
                <a:gd name="f15" fmla="*/ f3 1 8232695"/>
                <a:gd name="f16" fmla="*/ f4 1 67322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8232695"/>
                <a:gd name="f25" fmla="*/ f21 1 673227"/>
                <a:gd name="f26" fmla="*/ 0 f22 1"/>
                <a:gd name="f27" fmla="*/ 67323 f21 1"/>
                <a:gd name="f28" fmla="*/ 67323 f22 1"/>
                <a:gd name="f29" fmla="*/ 0 f21 1"/>
                <a:gd name="f30" fmla="*/ 8165372 f22 1"/>
                <a:gd name="f31" fmla="*/ 8232695 f22 1"/>
                <a:gd name="f32" fmla="*/ 605904 f21 1"/>
                <a:gd name="f33" fmla="*/ 673227 f21 1"/>
                <a:gd name="f34" fmla="+- f23 0 f1"/>
                <a:gd name="f35" fmla="*/ f26 1 8232695"/>
                <a:gd name="f36" fmla="*/ f27 1 673227"/>
                <a:gd name="f37" fmla="*/ f28 1 8232695"/>
                <a:gd name="f38" fmla="*/ f29 1 673227"/>
                <a:gd name="f39" fmla="*/ f30 1 8232695"/>
                <a:gd name="f40" fmla="*/ f31 1 8232695"/>
                <a:gd name="f41" fmla="*/ f32 1 673227"/>
                <a:gd name="f42" fmla="*/ f33 1 673227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8232695" h="673227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7F6E8C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8294" tIns="88294" rIns="1140677" bIns="88294" anchor="ctr" anchorCtr="0" compatLnSpc="1">
              <a:noAutofit/>
            </a:bodyPr>
            <a:lstStyle/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Decomposes proteomic data:  protein profiles, patient subtype memberships</a:t>
              </a: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10" name="Figura a mano libera: forma 9">
              <a:extLst>
                <a:ext uri="{FF2B5EF4-FFF2-40B4-BE49-F238E27FC236}">
                  <a16:creationId xmlns:a16="http://schemas.microsoft.com/office/drawing/2014/main" id="{BDDBC796-DF42-0E0E-775B-4F1519AE33AA}"/>
                </a:ext>
              </a:extLst>
            </p:cNvPr>
            <p:cNvSpPr/>
            <p:nvPr/>
          </p:nvSpPr>
          <p:spPr>
            <a:xfrm>
              <a:off x="2544427" y="4522695"/>
              <a:ext cx="8232690" cy="6732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232695"/>
                <a:gd name="f7" fmla="val 673227"/>
                <a:gd name="f8" fmla="val 67323"/>
                <a:gd name="f9" fmla="val 30142"/>
                <a:gd name="f10" fmla="val 8165372"/>
                <a:gd name="f11" fmla="val 8202553"/>
                <a:gd name="f12" fmla="val 605904"/>
                <a:gd name="f13" fmla="val 643085"/>
                <a:gd name="f14" fmla="+- 0 0 -90"/>
                <a:gd name="f15" fmla="*/ f3 1 8232695"/>
                <a:gd name="f16" fmla="*/ f4 1 67322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8232695"/>
                <a:gd name="f25" fmla="*/ f21 1 673227"/>
                <a:gd name="f26" fmla="*/ 0 f22 1"/>
                <a:gd name="f27" fmla="*/ 67323 f21 1"/>
                <a:gd name="f28" fmla="*/ 67323 f22 1"/>
                <a:gd name="f29" fmla="*/ 0 f21 1"/>
                <a:gd name="f30" fmla="*/ 8165372 f22 1"/>
                <a:gd name="f31" fmla="*/ 8232695 f22 1"/>
                <a:gd name="f32" fmla="*/ 605904 f21 1"/>
                <a:gd name="f33" fmla="*/ 673227 f21 1"/>
                <a:gd name="f34" fmla="+- f23 0 f1"/>
                <a:gd name="f35" fmla="*/ f26 1 8232695"/>
                <a:gd name="f36" fmla="*/ f27 1 673227"/>
                <a:gd name="f37" fmla="*/ f28 1 8232695"/>
                <a:gd name="f38" fmla="*/ f29 1 673227"/>
                <a:gd name="f39" fmla="*/ f30 1 8232695"/>
                <a:gd name="f40" fmla="*/ f31 1 8232695"/>
                <a:gd name="f41" fmla="*/ f32 1 673227"/>
                <a:gd name="f42" fmla="*/ f33 1 673227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8232695" h="673227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DB9A8F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8294" tIns="88294" rIns="1140677" bIns="88294" anchor="ctr" anchorCtr="0" compatLnSpc="1">
              <a:noAutofit/>
            </a:bodyPr>
            <a:lstStyle/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Captures multivariate and potentially non-linear patterns</a:t>
              </a: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DD316013-C435-6140-49F3-BD39A59A666B}"/>
                </a:ext>
              </a:extLst>
            </p:cNvPr>
            <p:cNvSpPr/>
            <p:nvPr/>
          </p:nvSpPr>
          <p:spPr>
            <a:xfrm>
              <a:off x="3159206" y="5289419"/>
              <a:ext cx="8232690" cy="6732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232695"/>
                <a:gd name="f7" fmla="val 673227"/>
                <a:gd name="f8" fmla="val 67323"/>
                <a:gd name="f9" fmla="val 30142"/>
                <a:gd name="f10" fmla="val 8165372"/>
                <a:gd name="f11" fmla="val 8202553"/>
                <a:gd name="f12" fmla="val 605904"/>
                <a:gd name="f13" fmla="val 643085"/>
                <a:gd name="f14" fmla="+- 0 0 -90"/>
                <a:gd name="f15" fmla="*/ f3 1 8232695"/>
                <a:gd name="f16" fmla="*/ f4 1 67322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8232695"/>
                <a:gd name="f25" fmla="*/ f21 1 673227"/>
                <a:gd name="f26" fmla="*/ 0 f22 1"/>
                <a:gd name="f27" fmla="*/ 67323 f21 1"/>
                <a:gd name="f28" fmla="*/ 67323 f22 1"/>
                <a:gd name="f29" fmla="*/ 0 f21 1"/>
                <a:gd name="f30" fmla="*/ 8165372 f22 1"/>
                <a:gd name="f31" fmla="*/ 8232695 f22 1"/>
                <a:gd name="f32" fmla="*/ 605904 f21 1"/>
                <a:gd name="f33" fmla="*/ 673227 f21 1"/>
                <a:gd name="f34" fmla="+- f23 0 f1"/>
                <a:gd name="f35" fmla="*/ f26 1 8232695"/>
                <a:gd name="f36" fmla="*/ f27 1 673227"/>
                <a:gd name="f37" fmla="*/ f28 1 8232695"/>
                <a:gd name="f38" fmla="*/ f29 1 673227"/>
                <a:gd name="f39" fmla="*/ f30 1 8232695"/>
                <a:gd name="f40" fmla="*/ f31 1 8232695"/>
                <a:gd name="f41" fmla="*/ f32 1 673227"/>
                <a:gd name="f42" fmla="*/ f33 1 673227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8232695" h="673227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C29AB1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88294" tIns="88294" rIns="1140677" bIns="88294" anchor="ctr" anchorCtr="0" compatLnSpc="1">
              <a:noAutofit/>
            </a:bodyPr>
            <a:lstStyle/>
            <a:p>
              <a:pPr marL="0" marR="0" lvl="0" indent="0" algn="l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FFFFFF"/>
                  </a:solidFill>
                  <a:uFillTx/>
                  <a:latin typeface="Calisto MT"/>
                </a:rPr>
                <a:t>Ensures non-negative components (biologically interpretable)</a:t>
              </a: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sto MT"/>
              </a:endParaRPr>
            </a:p>
          </p:txBody>
        </p:sp>
        <p:sp>
          <p:nvSpPr>
            <p:cNvPr id="12" name="Figura a mano libera: forma 11">
              <a:extLst>
                <a:ext uri="{FF2B5EF4-FFF2-40B4-BE49-F238E27FC236}">
                  <a16:creationId xmlns:a16="http://schemas.microsoft.com/office/drawing/2014/main" id="{6D8AEA7E-34FC-51D1-D88C-521E253DB849}"/>
                </a:ext>
              </a:extLst>
            </p:cNvPr>
            <p:cNvSpPr/>
            <p:nvPr/>
          </p:nvSpPr>
          <p:spPr>
            <a:xfrm>
              <a:off x="8495187" y="2714332"/>
              <a:ext cx="437595" cy="4375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7597"/>
                <a:gd name="f7" fmla="val 240678"/>
                <a:gd name="f8" fmla="val 98459"/>
                <a:gd name="f9" fmla="val 339138"/>
                <a:gd name="f10" fmla="val 218799"/>
                <a:gd name="f11" fmla="+- 0 0 -90"/>
                <a:gd name="f12" fmla="*/ f3 1 437597"/>
                <a:gd name="f13" fmla="*/ f4 1 43759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437597"/>
                <a:gd name="f20" fmla="*/ 0 f17 1"/>
                <a:gd name="f21" fmla="*/ 240678 f17 1"/>
                <a:gd name="f22" fmla="*/ 98459 f17 1"/>
                <a:gd name="f23" fmla="*/ 339138 f17 1"/>
                <a:gd name="f24" fmla="*/ 437597 f17 1"/>
                <a:gd name="f25" fmla="*/ 218799 f17 1"/>
                <a:gd name="f26" fmla="+- f18 0 f1"/>
                <a:gd name="f27" fmla="*/ f20 1 437597"/>
                <a:gd name="f28" fmla="*/ f21 1 437597"/>
                <a:gd name="f29" fmla="*/ f22 1 437597"/>
                <a:gd name="f30" fmla="*/ f23 1 437597"/>
                <a:gd name="f31" fmla="*/ f24 1 437597"/>
                <a:gd name="f32" fmla="*/ f25 1 437597"/>
                <a:gd name="f33" fmla="*/ f14 1 f19"/>
                <a:gd name="f34" fmla="*/ f15 1 f19"/>
                <a:gd name="f35" fmla="*/ f27 1 f19"/>
                <a:gd name="f36" fmla="*/ f28 1 f19"/>
                <a:gd name="f37" fmla="*/ f29 1 f19"/>
                <a:gd name="f38" fmla="*/ f30 1 f19"/>
                <a:gd name="f39" fmla="*/ f31 1 f19"/>
                <a:gd name="f40" fmla="*/ f32 1 f19"/>
                <a:gd name="f41" fmla="*/ f33 f12 1"/>
                <a:gd name="f42" fmla="*/ f34 f12 1"/>
                <a:gd name="f43" fmla="*/ f34 f13 1"/>
                <a:gd name="f44" fmla="*/ f33 f13 1"/>
                <a:gd name="f45" fmla="*/ f35 f12 1"/>
                <a:gd name="f46" fmla="*/ f36 f13 1"/>
                <a:gd name="f47" fmla="*/ f37 f12 1"/>
                <a:gd name="f48" fmla="*/ f35 f13 1"/>
                <a:gd name="f49" fmla="*/ f38 f12 1"/>
                <a:gd name="f50" fmla="*/ f39 f12 1"/>
                <a:gd name="f51" fmla="*/ f40 f12 1"/>
                <a:gd name="f52" fmla="*/ f39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5" y="f46"/>
                </a:cxn>
                <a:cxn ang="f26">
                  <a:pos x="f47" y="f46"/>
                </a:cxn>
                <a:cxn ang="f26">
                  <a:pos x="f47" y="f48"/>
                </a:cxn>
                <a:cxn ang="f26">
                  <a:pos x="f49" y="f48"/>
                </a:cxn>
                <a:cxn ang="f26">
                  <a:pos x="f49" y="f46"/>
                </a:cxn>
                <a:cxn ang="f26">
                  <a:pos x="f50" y="f46"/>
                </a:cxn>
                <a:cxn ang="f26">
                  <a:pos x="f51" y="f52"/>
                </a:cxn>
                <a:cxn ang="f26">
                  <a:pos x="f45" y="f46"/>
                </a:cxn>
              </a:cxnLst>
              <a:rect l="f41" t="f44" r="f42" b="f43"/>
              <a:pathLst>
                <a:path w="437597" h="437597">
                  <a:moveTo>
                    <a:pt x="f5" y="f7"/>
                  </a:moveTo>
                  <a:lnTo>
                    <a:pt x="f8" y="f7"/>
                  </a:lnTo>
                  <a:lnTo>
                    <a:pt x="f8" y="f5"/>
                  </a:lnTo>
                  <a:lnTo>
                    <a:pt x="f9" y="f5"/>
                  </a:lnTo>
                  <a:lnTo>
                    <a:pt x="f9" y="f7"/>
                  </a:lnTo>
                  <a:lnTo>
                    <a:pt x="f6" y="f7"/>
                  </a:lnTo>
                  <a:lnTo>
                    <a:pt x="f10" y="f6"/>
                  </a:lnTo>
                  <a:lnTo>
                    <a:pt x="f5" y="f7"/>
                  </a:lnTo>
                  <a:close/>
                </a:path>
              </a:pathLst>
            </a:custGeom>
            <a:solidFill>
              <a:srgbClr val="DDDFE7">
                <a:alpha val="90000"/>
              </a:srgbClr>
            </a:solidFill>
            <a:ln w="12701" cap="flat">
              <a:solidFill>
                <a:srgbClr val="DDDFE7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3855" tIns="25402" rIns="123855" bIns="133703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sto MT"/>
              </a:endParaRPr>
            </a:p>
          </p:txBody>
        </p:sp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B99F6FB0-B6C9-57E4-A732-C34C2DB89351}"/>
                </a:ext>
              </a:extLst>
            </p:cNvPr>
            <p:cNvSpPr/>
            <p:nvPr/>
          </p:nvSpPr>
          <p:spPr>
            <a:xfrm>
              <a:off x="9109966" y="3481056"/>
              <a:ext cx="437595" cy="4375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7597"/>
                <a:gd name="f7" fmla="val 240678"/>
                <a:gd name="f8" fmla="val 98459"/>
                <a:gd name="f9" fmla="val 339138"/>
                <a:gd name="f10" fmla="val 218799"/>
                <a:gd name="f11" fmla="+- 0 0 -90"/>
                <a:gd name="f12" fmla="*/ f3 1 437597"/>
                <a:gd name="f13" fmla="*/ f4 1 43759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437597"/>
                <a:gd name="f20" fmla="*/ 0 f17 1"/>
                <a:gd name="f21" fmla="*/ 240678 f17 1"/>
                <a:gd name="f22" fmla="*/ 98459 f17 1"/>
                <a:gd name="f23" fmla="*/ 339138 f17 1"/>
                <a:gd name="f24" fmla="*/ 437597 f17 1"/>
                <a:gd name="f25" fmla="*/ 218799 f17 1"/>
                <a:gd name="f26" fmla="+- f18 0 f1"/>
                <a:gd name="f27" fmla="*/ f20 1 437597"/>
                <a:gd name="f28" fmla="*/ f21 1 437597"/>
                <a:gd name="f29" fmla="*/ f22 1 437597"/>
                <a:gd name="f30" fmla="*/ f23 1 437597"/>
                <a:gd name="f31" fmla="*/ f24 1 437597"/>
                <a:gd name="f32" fmla="*/ f25 1 437597"/>
                <a:gd name="f33" fmla="*/ f14 1 f19"/>
                <a:gd name="f34" fmla="*/ f15 1 f19"/>
                <a:gd name="f35" fmla="*/ f27 1 f19"/>
                <a:gd name="f36" fmla="*/ f28 1 f19"/>
                <a:gd name="f37" fmla="*/ f29 1 f19"/>
                <a:gd name="f38" fmla="*/ f30 1 f19"/>
                <a:gd name="f39" fmla="*/ f31 1 f19"/>
                <a:gd name="f40" fmla="*/ f32 1 f19"/>
                <a:gd name="f41" fmla="*/ f33 f12 1"/>
                <a:gd name="f42" fmla="*/ f34 f12 1"/>
                <a:gd name="f43" fmla="*/ f34 f13 1"/>
                <a:gd name="f44" fmla="*/ f33 f13 1"/>
                <a:gd name="f45" fmla="*/ f35 f12 1"/>
                <a:gd name="f46" fmla="*/ f36 f13 1"/>
                <a:gd name="f47" fmla="*/ f37 f12 1"/>
                <a:gd name="f48" fmla="*/ f35 f13 1"/>
                <a:gd name="f49" fmla="*/ f38 f12 1"/>
                <a:gd name="f50" fmla="*/ f39 f12 1"/>
                <a:gd name="f51" fmla="*/ f40 f12 1"/>
                <a:gd name="f52" fmla="*/ f39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5" y="f46"/>
                </a:cxn>
                <a:cxn ang="f26">
                  <a:pos x="f47" y="f46"/>
                </a:cxn>
                <a:cxn ang="f26">
                  <a:pos x="f47" y="f48"/>
                </a:cxn>
                <a:cxn ang="f26">
                  <a:pos x="f49" y="f48"/>
                </a:cxn>
                <a:cxn ang="f26">
                  <a:pos x="f49" y="f46"/>
                </a:cxn>
                <a:cxn ang="f26">
                  <a:pos x="f50" y="f46"/>
                </a:cxn>
                <a:cxn ang="f26">
                  <a:pos x="f51" y="f52"/>
                </a:cxn>
                <a:cxn ang="f26">
                  <a:pos x="f45" y="f46"/>
                </a:cxn>
              </a:cxnLst>
              <a:rect l="f41" t="f44" r="f42" b="f43"/>
              <a:pathLst>
                <a:path w="437597" h="437597">
                  <a:moveTo>
                    <a:pt x="f5" y="f7"/>
                  </a:moveTo>
                  <a:lnTo>
                    <a:pt x="f8" y="f7"/>
                  </a:lnTo>
                  <a:lnTo>
                    <a:pt x="f8" y="f5"/>
                  </a:lnTo>
                  <a:lnTo>
                    <a:pt x="f9" y="f5"/>
                  </a:lnTo>
                  <a:lnTo>
                    <a:pt x="f9" y="f7"/>
                  </a:lnTo>
                  <a:lnTo>
                    <a:pt x="f6" y="f7"/>
                  </a:lnTo>
                  <a:lnTo>
                    <a:pt x="f10" y="f6"/>
                  </a:lnTo>
                  <a:lnTo>
                    <a:pt x="f5" y="f7"/>
                  </a:lnTo>
                  <a:close/>
                </a:path>
              </a:pathLst>
            </a:custGeom>
            <a:solidFill>
              <a:srgbClr val="D1D3D8">
                <a:alpha val="90000"/>
              </a:srgbClr>
            </a:solidFill>
            <a:ln w="12701" cap="flat">
              <a:solidFill>
                <a:srgbClr val="D1D3D8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3855" tIns="25402" rIns="123855" bIns="133703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sto MT"/>
              </a:endParaRPr>
            </a:p>
          </p:txBody>
        </p:sp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04BAA3AC-0B8F-6B59-160F-9BDD8C2441C8}"/>
                </a:ext>
              </a:extLst>
            </p:cNvPr>
            <p:cNvSpPr/>
            <p:nvPr/>
          </p:nvSpPr>
          <p:spPr>
            <a:xfrm>
              <a:off x="9724744" y="4236570"/>
              <a:ext cx="437595" cy="4375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7597"/>
                <a:gd name="f7" fmla="val 240678"/>
                <a:gd name="f8" fmla="val 98459"/>
                <a:gd name="f9" fmla="val 339138"/>
                <a:gd name="f10" fmla="val 218799"/>
                <a:gd name="f11" fmla="+- 0 0 -90"/>
                <a:gd name="f12" fmla="*/ f3 1 437597"/>
                <a:gd name="f13" fmla="*/ f4 1 43759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437597"/>
                <a:gd name="f20" fmla="*/ 0 f17 1"/>
                <a:gd name="f21" fmla="*/ 240678 f17 1"/>
                <a:gd name="f22" fmla="*/ 98459 f17 1"/>
                <a:gd name="f23" fmla="*/ 339138 f17 1"/>
                <a:gd name="f24" fmla="*/ 437597 f17 1"/>
                <a:gd name="f25" fmla="*/ 218799 f17 1"/>
                <a:gd name="f26" fmla="+- f18 0 f1"/>
                <a:gd name="f27" fmla="*/ f20 1 437597"/>
                <a:gd name="f28" fmla="*/ f21 1 437597"/>
                <a:gd name="f29" fmla="*/ f22 1 437597"/>
                <a:gd name="f30" fmla="*/ f23 1 437597"/>
                <a:gd name="f31" fmla="*/ f24 1 437597"/>
                <a:gd name="f32" fmla="*/ f25 1 437597"/>
                <a:gd name="f33" fmla="*/ f14 1 f19"/>
                <a:gd name="f34" fmla="*/ f15 1 f19"/>
                <a:gd name="f35" fmla="*/ f27 1 f19"/>
                <a:gd name="f36" fmla="*/ f28 1 f19"/>
                <a:gd name="f37" fmla="*/ f29 1 f19"/>
                <a:gd name="f38" fmla="*/ f30 1 f19"/>
                <a:gd name="f39" fmla="*/ f31 1 f19"/>
                <a:gd name="f40" fmla="*/ f32 1 f19"/>
                <a:gd name="f41" fmla="*/ f33 f12 1"/>
                <a:gd name="f42" fmla="*/ f34 f12 1"/>
                <a:gd name="f43" fmla="*/ f34 f13 1"/>
                <a:gd name="f44" fmla="*/ f33 f13 1"/>
                <a:gd name="f45" fmla="*/ f35 f12 1"/>
                <a:gd name="f46" fmla="*/ f36 f13 1"/>
                <a:gd name="f47" fmla="*/ f37 f12 1"/>
                <a:gd name="f48" fmla="*/ f35 f13 1"/>
                <a:gd name="f49" fmla="*/ f38 f12 1"/>
                <a:gd name="f50" fmla="*/ f39 f12 1"/>
                <a:gd name="f51" fmla="*/ f40 f12 1"/>
                <a:gd name="f52" fmla="*/ f39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5" y="f46"/>
                </a:cxn>
                <a:cxn ang="f26">
                  <a:pos x="f47" y="f46"/>
                </a:cxn>
                <a:cxn ang="f26">
                  <a:pos x="f47" y="f48"/>
                </a:cxn>
                <a:cxn ang="f26">
                  <a:pos x="f49" y="f48"/>
                </a:cxn>
                <a:cxn ang="f26">
                  <a:pos x="f49" y="f46"/>
                </a:cxn>
                <a:cxn ang="f26">
                  <a:pos x="f50" y="f46"/>
                </a:cxn>
                <a:cxn ang="f26">
                  <a:pos x="f51" y="f52"/>
                </a:cxn>
                <a:cxn ang="f26">
                  <a:pos x="f45" y="f46"/>
                </a:cxn>
              </a:cxnLst>
              <a:rect l="f41" t="f44" r="f42" b="f43"/>
              <a:pathLst>
                <a:path w="437597" h="437597">
                  <a:moveTo>
                    <a:pt x="f5" y="f7"/>
                  </a:moveTo>
                  <a:lnTo>
                    <a:pt x="f8" y="f7"/>
                  </a:lnTo>
                  <a:lnTo>
                    <a:pt x="f8" y="f5"/>
                  </a:lnTo>
                  <a:lnTo>
                    <a:pt x="f9" y="f5"/>
                  </a:lnTo>
                  <a:lnTo>
                    <a:pt x="f9" y="f7"/>
                  </a:lnTo>
                  <a:lnTo>
                    <a:pt x="f6" y="f7"/>
                  </a:lnTo>
                  <a:lnTo>
                    <a:pt x="f10" y="f6"/>
                  </a:lnTo>
                  <a:lnTo>
                    <a:pt x="f5" y="f7"/>
                  </a:lnTo>
                  <a:close/>
                </a:path>
              </a:pathLst>
            </a:custGeom>
            <a:solidFill>
              <a:srgbClr val="D8D5DB">
                <a:alpha val="90000"/>
              </a:srgbClr>
            </a:solidFill>
            <a:ln w="12701" cap="flat">
              <a:solidFill>
                <a:srgbClr val="D8D5DB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3855" tIns="25402" rIns="123855" bIns="133703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sto MT"/>
              </a:endParaRPr>
            </a:p>
          </p:txBody>
        </p:sp>
        <p:sp>
          <p:nvSpPr>
            <p:cNvPr id="15" name="Figura a mano libera: forma 14">
              <a:extLst>
                <a:ext uri="{FF2B5EF4-FFF2-40B4-BE49-F238E27FC236}">
                  <a16:creationId xmlns:a16="http://schemas.microsoft.com/office/drawing/2014/main" id="{F7D0BA96-7110-C6E8-9A78-0E4DD900350A}"/>
                </a:ext>
              </a:extLst>
            </p:cNvPr>
            <p:cNvSpPr/>
            <p:nvPr/>
          </p:nvSpPr>
          <p:spPr>
            <a:xfrm>
              <a:off x="10339523" y="5010783"/>
              <a:ext cx="437595" cy="4375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7597"/>
                <a:gd name="f7" fmla="val 240678"/>
                <a:gd name="f8" fmla="val 98459"/>
                <a:gd name="f9" fmla="val 339138"/>
                <a:gd name="f10" fmla="val 218799"/>
                <a:gd name="f11" fmla="+- 0 0 -90"/>
                <a:gd name="f12" fmla="*/ f3 1 437597"/>
                <a:gd name="f13" fmla="*/ f4 1 43759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437597"/>
                <a:gd name="f20" fmla="*/ 0 f17 1"/>
                <a:gd name="f21" fmla="*/ 240678 f17 1"/>
                <a:gd name="f22" fmla="*/ 98459 f17 1"/>
                <a:gd name="f23" fmla="*/ 339138 f17 1"/>
                <a:gd name="f24" fmla="*/ 437597 f17 1"/>
                <a:gd name="f25" fmla="*/ 218799 f17 1"/>
                <a:gd name="f26" fmla="+- f18 0 f1"/>
                <a:gd name="f27" fmla="*/ f20 1 437597"/>
                <a:gd name="f28" fmla="*/ f21 1 437597"/>
                <a:gd name="f29" fmla="*/ f22 1 437597"/>
                <a:gd name="f30" fmla="*/ f23 1 437597"/>
                <a:gd name="f31" fmla="*/ f24 1 437597"/>
                <a:gd name="f32" fmla="*/ f25 1 437597"/>
                <a:gd name="f33" fmla="*/ f14 1 f19"/>
                <a:gd name="f34" fmla="*/ f15 1 f19"/>
                <a:gd name="f35" fmla="*/ f27 1 f19"/>
                <a:gd name="f36" fmla="*/ f28 1 f19"/>
                <a:gd name="f37" fmla="*/ f29 1 f19"/>
                <a:gd name="f38" fmla="*/ f30 1 f19"/>
                <a:gd name="f39" fmla="*/ f31 1 f19"/>
                <a:gd name="f40" fmla="*/ f32 1 f19"/>
                <a:gd name="f41" fmla="*/ f33 f12 1"/>
                <a:gd name="f42" fmla="*/ f34 f12 1"/>
                <a:gd name="f43" fmla="*/ f34 f13 1"/>
                <a:gd name="f44" fmla="*/ f33 f13 1"/>
                <a:gd name="f45" fmla="*/ f35 f12 1"/>
                <a:gd name="f46" fmla="*/ f36 f13 1"/>
                <a:gd name="f47" fmla="*/ f37 f12 1"/>
                <a:gd name="f48" fmla="*/ f35 f13 1"/>
                <a:gd name="f49" fmla="*/ f38 f12 1"/>
                <a:gd name="f50" fmla="*/ f39 f12 1"/>
                <a:gd name="f51" fmla="*/ f40 f12 1"/>
                <a:gd name="f52" fmla="*/ f39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5" y="f46"/>
                </a:cxn>
                <a:cxn ang="f26">
                  <a:pos x="f47" y="f46"/>
                </a:cxn>
                <a:cxn ang="f26">
                  <a:pos x="f47" y="f48"/>
                </a:cxn>
                <a:cxn ang="f26">
                  <a:pos x="f49" y="f48"/>
                </a:cxn>
                <a:cxn ang="f26">
                  <a:pos x="f49" y="f46"/>
                </a:cxn>
                <a:cxn ang="f26">
                  <a:pos x="f50" y="f46"/>
                </a:cxn>
                <a:cxn ang="f26">
                  <a:pos x="f51" y="f52"/>
                </a:cxn>
                <a:cxn ang="f26">
                  <a:pos x="f45" y="f46"/>
                </a:cxn>
              </a:cxnLst>
              <a:rect l="f41" t="f44" r="f42" b="f43"/>
              <a:pathLst>
                <a:path w="437597" h="437597">
                  <a:moveTo>
                    <a:pt x="f5" y="f7"/>
                  </a:moveTo>
                  <a:lnTo>
                    <a:pt x="f8" y="f7"/>
                  </a:lnTo>
                  <a:lnTo>
                    <a:pt x="f8" y="f5"/>
                  </a:lnTo>
                  <a:lnTo>
                    <a:pt x="f9" y="f5"/>
                  </a:lnTo>
                  <a:lnTo>
                    <a:pt x="f9" y="f7"/>
                  </a:lnTo>
                  <a:lnTo>
                    <a:pt x="f6" y="f7"/>
                  </a:lnTo>
                  <a:lnTo>
                    <a:pt x="f10" y="f6"/>
                  </a:lnTo>
                  <a:lnTo>
                    <a:pt x="f5" y="f7"/>
                  </a:lnTo>
                  <a:close/>
                </a:path>
              </a:pathLst>
            </a:custGeom>
            <a:solidFill>
              <a:srgbClr val="F1DEDB">
                <a:alpha val="90000"/>
              </a:srgbClr>
            </a:solidFill>
            <a:ln w="12701" cap="flat">
              <a:solidFill>
                <a:srgbClr val="F1DEDB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3855" tIns="25402" rIns="123855" bIns="133703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sto M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DDBB15-EFD2-DA85-B6C9-D4780B59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is it applied?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2870426B-8061-1705-DDDE-44B93256C3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692061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419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22F1009-77C1-86CA-F5A5-87E84399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GB" dirty="0"/>
              <a:t>Structural stability:</a:t>
            </a:r>
            <a:br>
              <a:rPr lang="en-GB" dirty="0"/>
            </a:br>
            <a:r>
              <a:rPr lang="en-GB" dirty="0"/>
              <a:t>Louvain algorithm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3B7E6DC-0825-6E00-EAB1-4E2B67E38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794291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379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BC0BFB-04BC-50AD-AE6B-D8511C2A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Role of Random Forest in Subtype Analysis</a:t>
            </a:r>
          </a:p>
        </p:txBody>
      </p:sp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D92D442D-66BE-97CF-245F-0E53FB993C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247278"/>
              </p:ext>
            </p:extLst>
          </p:nvPr>
        </p:nvGraphicFramePr>
        <p:xfrm>
          <a:off x="612647" y="1715532"/>
          <a:ext cx="5225445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C60ECE17-1E9C-F8B8-4966-E65DA15F49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299888"/>
              </p:ext>
            </p:extLst>
          </p:nvPr>
        </p:nvGraphicFramePr>
        <p:xfrm>
          <a:off x="6353910" y="1710419"/>
          <a:ext cx="5225445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88B1D226-C497-C624-C703-958130B7536A}"/>
              </a:ext>
            </a:extLst>
          </p:cNvPr>
          <p:cNvSpPr/>
          <p:nvPr/>
        </p:nvSpPr>
        <p:spPr>
          <a:xfrm>
            <a:off x="612645" y="2517059"/>
            <a:ext cx="5109729" cy="462116"/>
          </a:xfrm>
          <a:prstGeom prst="roundRect">
            <a:avLst/>
          </a:prstGeom>
          <a:solidFill>
            <a:srgbClr val="734B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Subtype prediction (External Validation)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5C00B7F4-30C2-D66A-3242-FE6C36C5FF9E}"/>
              </a:ext>
            </a:extLst>
          </p:cNvPr>
          <p:cNvSpPr/>
          <p:nvPr/>
        </p:nvSpPr>
        <p:spPr>
          <a:xfrm>
            <a:off x="6243484" y="2517059"/>
            <a:ext cx="5225445" cy="462116"/>
          </a:xfrm>
          <a:prstGeom prst="roundRect">
            <a:avLst/>
          </a:prstGeom>
          <a:solidFill>
            <a:srgbClr val="734B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00" dirty="0">
                <a:solidFill>
                  <a:schemeClr val="bg1"/>
                </a:solidFill>
              </a:rPr>
              <a:t>Feature importance (Within-Cohort Refinement)</a:t>
            </a:r>
          </a:p>
        </p:txBody>
      </p:sp>
    </p:spTree>
    <p:extLst>
      <p:ext uri="{BB962C8B-B14F-4D97-AF65-F5344CB8AC3E}">
        <p14:creationId xmlns:p14="http://schemas.microsoft.com/office/powerpoint/2010/main" val="301849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686BB4F-8B32-4A87-778B-E90B193A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GB" sz="3100" dirty="0"/>
              <a:t>Biological Characterization of Subtypes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B024365B-65FD-CB57-0B91-D2A875B442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281934"/>
              </p:ext>
            </p:extLst>
          </p:nvPr>
        </p:nvGraphicFramePr>
        <p:xfrm>
          <a:off x="4608246" y="548641"/>
          <a:ext cx="6949440" cy="459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FCEAD27-B78A-B3C5-9392-578A5B8751D5}"/>
              </a:ext>
            </a:extLst>
          </p:cNvPr>
          <p:cNvSpPr/>
          <p:nvPr/>
        </p:nvSpPr>
        <p:spPr>
          <a:xfrm>
            <a:off x="4719483" y="2559827"/>
            <a:ext cx="6823587" cy="1472381"/>
          </a:xfrm>
          <a:prstGeom prst="roundRect">
            <a:avLst/>
          </a:prstGeom>
          <a:solidFill>
            <a:srgbClr val="734B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4A92C51-41CD-EF4A-4AA2-5FD385E1E131}"/>
              </a:ext>
            </a:extLst>
          </p:cNvPr>
          <p:cNvSpPr/>
          <p:nvPr/>
        </p:nvSpPr>
        <p:spPr>
          <a:xfrm>
            <a:off x="4734099" y="4129548"/>
            <a:ext cx="6823587" cy="1472381"/>
          </a:xfrm>
          <a:prstGeom prst="roundRect">
            <a:avLst/>
          </a:prstGeom>
          <a:solidFill>
            <a:srgbClr val="734B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47C94B2-7226-5C0A-66B3-132D66DF6085}"/>
              </a:ext>
            </a:extLst>
          </p:cNvPr>
          <p:cNvSpPr/>
          <p:nvPr/>
        </p:nvSpPr>
        <p:spPr>
          <a:xfrm>
            <a:off x="4719482" y="990106"/>
            <a:ext cx="6823587" cy="1472381"/>
          </a:xfrm>
          <a:prstGeom prst="roundRect">
            <a:avLst/>
          </a:prstGeom>
          <a:solidFill>
            <a:srgbClr val="734B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5C3A61-45E0-D027-24D6-580FD7AE1558}"/>
              </a:ext>
            </a:extLst>
          </p:cNvPr>
          <p:cNvSpPr txBox="1"/>
          <p:nvPr/>
        </p:nvSpPr>
        <p:spPr>
          <a:xfrm>
            <a:off x="6183761" y="1403131"/>
            <a:ext cx="1750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Functional</a:t>
            </a:r>
            <a:r>
              <a:rPr lang="en-GB" b="1" dirty="0"/>
              <a:t> </a:t>
            </a:r>
            <a:r>
              <a:rPr lang="en-GB" b="1" dirty="0">
                <a:solidFill>
                  <a:schemeClr val="bg1"/>
                </a:solidFill>
              </a:rPr>
              <a:t>Enrichment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823311E-EC49-B6CF-2F11-E319C5E4E726}"/>
              </a:ext>
            </a:extLst>
          </p:cNvPr>
          <p:cNvSpPr txBox="1"/>
          <p:nvPr/>
        </p:nvSpPr>
        <p:spPr>
          <a:xfrm>
            <a:off x="7698658" y="1091381"/>
            <a:ext cx="36477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Gene Ontology (GO) analysis</a:t>
            </a:r>
          </a:p>
          <a:p>
            <a:r>
              <a:rPr lang="en-GB" sz="1600" dirty="0">
                <a:solidFill>
                  <a:schemeClr val="bg1"/>
                </a:solidFill>
              </a:rPr>
              <a:t>Identification of enriched biological pathways</a:t>
            </a:r>
          </a:p>
          <a:p>
            <a:r>
              <a:rPr lang="en-GB" sz="1600" dirty="0">
                <a:solidFill>
                  <a:schemeClr val="bg1"/>
                </a:solidFill>
              </a:rPr>
              <a:t>Inflammatory, synaptic, metabolic processes</a:t>
            </a:r>
          </a:p>
          <a:p>
            <a:endParaRPr lang="en-GB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83C07E3-FD82-BFFE-A607-15856712C894}"/>
              </a:ext>
            </a:extLst>
          </p:cNvPr>
          <p:cNvSpPr txBox="1"/>
          <p:nvPr/>
        </p:nvSpPr>
        <p:spPr>
          <a:xfrm>
            <a:off x="6183761" y="2834352"/>
            <a:ext cx="1514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Classical AD Biomarkers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EFB1A85-502B-C938-8D0D-11E7580AD0BE}"/>
              </a:ext>
            </a:extLst>
          </p:cNvPr>
          <p:cNvSpPr txBox="1"/>
          <p:nvPr/>
        </p:nvSpPr>
        <p:spPr>
          <a:xfrm>
            <a:off x="7698659" y="2719690"/>
            <a:ext cx="36477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CSF Aβ</a:t>
            </a:r>
          </a:p>
          <a:p>
            <a:r>
              <a:rPr lang="en-GB" dirty="0">
                <a:solidFill>
                  <a:schemeClr val="bg1"/>
                </a:solidFill>
              </a:rPr>
              <a:t>t-tau</a:t>
            </a:r>
          </a:p>
          <a:p>
            <a:r>
              <a:rPr lang="en-GB" dirty="0">
                <a:solidFill>
                  <a:schemeClr val="bg1"/>
                </a:solidFill>
              </a:rPr>
              <a:t>p-tau</a:t>
            </a:r>
          </a:p>
          <a:p>
            <a:r>
              <a:rPr lang="en-GB" dirty="0">
                <a:solidFill>
                  <a:schemeClr val="bg1"/>
                </a:solidFill>
              </a:rPr>
              <a:t>Other established markers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1630D22-6A88-9627-3133-8149695C549E}"/>
              </a:ext>
            </a:extLst>
          </p:cNvPr>
          <p:cNvSpPr txBox="1"/>
          <p:nvPr/>
        </p:nvSpPr>
        <p:spPr>
          <a:xfrm>
            <a:off x="6183761" y="4404073"/>
            <a:ext cx="1514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Clinical &amp; Imaging Features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F04A359-1C87-758D-E384-D057E9A5BABD}"/>
              </a:ext>
            </a:extLst>
          </p:cNvPr>
          <p:cNvSpPr txBox="1"/>
          <p:nvPr/>
        </p:nvSpPr>
        <p:spPr>
          <a:xfrm>
            <a:off x="7698658" y="4153041"/>
            <a:ext cx="3647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Cognitive performance</a:t>
            </a:r>
          </a:p>
          <a:p>
            <a:r>
              <a:rPr lang="en-GB" dirty="0">
                <a:solidFill>
                  <a:schemeClr val="bg1"/>
                </a:solidFill>
              </a:rPr>
              <a:t>Disease progression</a:t>
            </a:r>
          </a:p>
          <a:p>
            <a:r>
              <a:rPr lang="en-GB" dirty="0">
                <a:solidFill>
                  <a:schemeClr val="bg1"/>
                </a:solidFill>
              </a:rPr>
              <a:t>MRI-based measures (e.g., cortical thickness)</a:t>
            </a:r>
          </a:p>
          <a:p>
            <a:r>
              <a:rPr lang="en-GB" dirty="0">
                <a:solidFill>
                  <a:schemeClr val="bg1"/>
                </a:solidFill>
              </a:rPr>
              <a:t>Vascular damage indicators</a:t>
            </a:r>
          </a:p>
        </p:txBody>
      </p:sp>
      <p:pic>
        <p:nvPicPr>
          <p:cNvPr id="25" name="Elemento grafico 24" descr="Segno di spunta con riempimento a tinta unita">
            <a:extLst>
              <a:ext uri="{FF2B5EF4-FFF2-40B4-BE49-F238E27FC236}">
                <a16:creationId xmlns:a16="http://schemas.microsoft.com/office/drawing/2014/main" id="{2059BFAB-576D-3CA4-EE2C-C65ED172D5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2717" y="1269097"/>
            <a:ext cx="914400" cy="914400"/>
          </a:xfrm>
          <a:prstGeom prst="rect">
            <a:avLst/>
          </a:prstGeom>
        </p:spPr>
      </p:pic>
      <p:pic>
        <p:nvPicPr>
          <p:cNvPr id="27" name="Elemento grafico 26" descr="Matraccio con riempimento a tinta unita">
            <a:extLst>
              <a:ext uri="{FF2B5EF4-FFF2-40B4-BE49-F238E27FC236}">
                <a16:creationId xmlns:a16="http://schemas.microsoft.com/office/drawing/2014/main" id="{54F31411-10D3-EE4B-321D-02619F2788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72718" y="2845456"/>
            <a:ext cx="1023282" cy="914400"/>
          </a:xfrm>
          <a:prstGeom prst="rect">
            <a:avLst/>
          </a:prstGeom>
        </p:spPr>
      </p:pic>
      <p:pic>
        <p:nvPicPr>
          <p:cNvPr id="29" name="Elemento grafico 28" descr="Cervello in testa con riempimento a tinta unita">
            <a:extLst>
              <a:ext uri="{FF2B5EF4-FFF2-40B4-BE49-F238E27FC236}">
                <a16:creationId xmlns:a16="http://schemas.microsoft.com/office/drawing/2014/main" id="{5B2F6F95-DB04-272E-BAE1-6FB61613CC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72717" y="4317837"/>
            <a:ext cx="1111044" cy="100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87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EAEA634-B27D-0FAD-D44C-CE2BFADA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Methodological Considerations</a:t>
            </a:r>
            <a:endParaRPr lang="en-GB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24B3684-8885-0FAE-CA7C-B109DCDB83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5644396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399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E33CC7-05A5-52AC-24F4-55415633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Methodological Refinement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113965B9-DFE8-BCA8-9319-435A08B01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52886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2267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753250-5684-B53C-F9E9-A0ADE41DB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Cross-Stage validation</a:t>
            </a:r>
            <a:endParaRPr lang="en-GB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4BE96B14-5B09-7939-5C1D-D78A63561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60840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710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2D9C37E-4C0B-0B9B-FAC9-8E0FD97F8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GB" dirty="0"/>
              <a:t>Implications for Our Study</a:t>
            </a:r>
            <a:endParaRPr lang="en-GB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A571F99-00C3-4494-0F34-C712202D1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573151"/>
              </p:ext>
            </p:extLst>
          </p:nvPr>
        </p:nvGraphicFramePr>
        <p:xfrm>
          <a:off x="349126" y="1947371"/>
          <a:ext cx="5629644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A4FDB29F-2DC3-D2E6-A4B5-AC607840BD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049982"/>
              </p:ext>
            </p:extLst>
          </p:nvPr>
        </p:nvGraphicFramePr>
        <p:xfrm>
          <a:off x="5978770" y="1947371"/>
          <a:ext cx="5864105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50205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35B07-78C4-D453-766D-0089390D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Cluster Number: Biology or Resolution Effect?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4CF01A1-761A-FB1A-B50D-60BF395F1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005832"/>
              </p:ext>
            </p:extLst>
          </p:nvPr>
        </p:nvGraphicFramePr>
        <p:xfrm>
          <a:off x="612647" y="1680898"/>
          <a:ext cx="10653579" cy="4628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649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4BE7B5-61C3-A9AB-A68F-CB9C74900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Bibliography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FE97E1-6D40-50C0-B186-9F0C15D4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 err="1"/>
              <a:t>Humpel</a:t>
            </a:r>
            <a:r>
              <a:rPr lang="en-GB" b="1" dirty="0"/>
              <a:t> C, Hochstrasser T. Cerebrospinal fluid and blood biomarkers in Alzheimer's disease. World J Psychiatry. 2011 Dec 31;1(1):8-18. </a:t>
            </a:r>
            <a:r>
              <a:rPr lang="en-GB" b="1" dirty="0" err="1"/>
              <a:t>doi</a:t>
            </a:r>
            <a:r>
              <a:rPr lang="en-GB" b="1" dirty="0"/>
              <a:t>: 10.5498/wjp.v1.i1.8. PMID: 24175162; PMCID: PMC3782169.Imaging data analysis using non-negative matrix factorization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Guo, Y.-T., Li, Q.-Q., &amp; Liang, C.-S. (2024). </a:t>
            </a:r>
            <a:r>
              <a:rPr lang="en-GB" b="1" i="1" dirty="0"/>
              <a:t>The rise of nonnegative matrix factorization: Algorithms and applications</a:t>
            </a:r>
            <a:r>
              <a:rPr lang="en-GB" b="1" dirty="0"/>
              <a:t>. Information Systems, 123, 102379, https://doi.org/10.1016/j.is.2024.102379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Chen M, Gong M, Li X. Feature Weighted Non-Negative Matrix Factorization. IEEE Trans </a:t>
            </a:r>
            <a:r>
              <a:rPr lang="en-GB" b="1" dirty="0" err="1"/>
              <a:t>Cybern</a:t>
            </a:r>
            <a:r>
              <a:rPr lang="en-GB" b="1" dirty="0"/>
              <a:t>. 2023 Feb;53(2):1093-1105. </a:t>
            </a:r>
            <a:r>
              <a:rPr lang="en-GB" b="1" dirty="0" err="1"/>
              <a:t>doi</a:t>
            </a:r>
            <a:r>
              <a:rPr lang="en-GB" b="1" dirty="0"/>
              <a:t>: 10.1109/TCYB.2021.3100067. </a:t>
            </a:r>
            <a:r>
              <a:rPr lang="en-GB" b="1" dirty="0" err="1"/>
              <a:t>Epub</a:t>
            </a:r>
            <a:r>
              <a:rPr lang="en-GB" b="1" dirty="0"/>
              <a:t> 2023 Jan 13. PMID: 34437084.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 err="1"/>
              <a:t>Tijms</a:t>
            </a:r>
            <a:r>
              <a:rPr lang="en-GB" b="1" dirty="0"/>
              <a:t> BM, Gobom J, Reus L, Jansen I, Hong S, </a:t>
            </a:r>
            <a:r>
              <a:rPr lang="en-GB" b="1" dirty="0" err="1"/>
              <a:t>Dobricic</a:t>
            </a:r>
            <a:r>
              <a:rPr lang="en-GB" b="1" dirty="0"/>
              <a:t> V, </a:t>
            </a:r>
            <a:r>
              <a:rPr lang="en-GB" b="1" dirty="0" err="1"/>
              <a:t>Kilpert</a:t>
            </a:r>
            <a:r>
              <a:rPr lang="en-GB" b="1" dirty="0"/>
              <a:t> F, Ten Kate M, </a:t>
            </a:r>
            <a:r>
              <a:rPr lang="en-GB" b="1" dirty="0" err="1"/>
              <a:t>Barkhof</a:t>
            </a:r>
            <a:r>
              <a:rPr lang="en-GB" b="1" dirty="0"/>
              <a:t> F, Tsolaki M, Verhey FRJ, Popp J, Martinez-Lage P, Vandenberghe R, Lleó A, </a:t>
            </a:r>
            <a:r>
              <a:rPr lang="en-GB" b="1" dirty="0" err="1"/>
              <a:t>Molinuevo</a:t>
            </a:r>
            <a:r>
              <a:rPr lang="en-GB" b="1" dirty="0"/>
              <a:t> JL, </a:t>
            </a:r>
            <a:r>
              <a:rPr lang="en-GB" b="1" dirty="0" err="1"/>
              <a:t>Engelborghs</a:t>
            </a:r>
            <a:r>
              <a:rPr lang="en-GB" b="1" dirty="0"/>
              <a:t> S, Bertram L, </a:t>
            </a:r>
            <a:r>
              <a:rPr lang="en-GB" b="1" dirty="0" err="1"/>
              <a:t>Lovestone</a:t>
            </a:r>
            <a:r>
              <a:rPr lang="en-GB" b="1" dirty="0"/>
              <a:t> S, </a:t>
            </a:r>
            <a:r>
              <a:rPr lang="en-GB" b="1" dirty="0" err="1"/>
              <a:t>Streffer</a:t>
            </a:r>
            <a:r>
              <a:rPr lang="en-GB" b="1" dirty="0"/>
              <a:t> J, Vos S, Bos I; Alzheimer’s Disease Neuroimaging Initiative (ADNI); </a:t>
            </a:r>
            <a:r>
              <a:rPr lang="en-GB" b="1" dirty="0" err="1"/>
              <a:t>Blennow</a:t>
            </a:r>
            <a:r>
              <a:rPr lang="en-GB" b="1" dirty="0"/>
              <a:t> K, </a:t>
            </a:r>
            <a:r>
              <a:rPr lang="en-GB" b="1" dirty="0" err="1"/>
              <a:t>Scheltens</a:t>
            </a:r>
            <a:r>
              <a:rPr lang="en-GB" b="1" dirty="0"/>
              <a:t> P, Teunissen CE, Zetterberg H, Visser PJ. Pathophysiological subtypes of Alzheimer's disease based on cerebrospinal fluid proteomics. Brain. 2020 Dec 1;143(12):3776-3792. </a:t>
            </a:r>
            <a:r>
              <a:rPr lang="en-GB" b="1" dirty="0" err="1"/>
              <a:t>doi</a:t>
            </a:r>
            <a:r>
              <a:rPr lang="en-GB" b="1" dirty="0"/>
              <a:t>: 10.1093/brain/awaa325. PMID: 33439986; PMCID: PMC7805814.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 err="1"/>
              <a:t>Tijms</a:t>
            </a:r>
            <a:r>
              <a:rPr lang="en-GB" b="1" dirty="0"/>
              <a:t>, B.M., </a:t>
            </a:r>
            <a:r>
              <a:rPr lang="en-GB" b="1" dirty="0" err="1"/>
              <a:t>Vromen</a:t>
            </a:r>
            <a:r>
              <a:rPr lang="en-GB" b="1" dirty="0"/>
              <a:t>, E.M., </a:t>
            </a:r>
            <a:r>
              <a:rPr lang="en-GB" b="1" dirty="0" err="1"/>
              <a:t>Mjaavatten</a:t>
            </a:r>
            <a:r>
              <a:rPr lang="en-GB" b="1" dirty="0"/>
              <a:t>, O. </a:t>
            </a:r>
            <a:r>
              <a:rPr lang="en-GB" b="1" i="1" dirty="0"/>
              <a:t>et al.</a:t>
            </a:r>
            <a:r>
              <a:rPr lang="en-GB" b="1" dirty="0"/>
              <a:t> Cerebrospinal fluid proteomics in patients with Alzheimer’s disease reveals five molecular subtypes with distinct genetic risk profiles. </a:t>
            </a:r>
            <a:r>
              <a:rPr lang="en-GB" b="1" i="1" dirty="0"/>
              <a:t>Nat Aging</a:t>
            </a:r>
            <a:r>
              <a:rPr lang="en-GB" b="1" dirty="0"/>
              <a:t> 4, 33–47 (2024). https://doi.org/10.1038/s43587-023-00550-7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Moutinho D, Mendes VM, </a:t>
            </a:r>
            <a:r>
              <a:rPr lang="en-GB" b="1" dirty="0" err="1"/>
              <a:t>Caula</a:t>
            </a:r>
            <a:r>
              <a:rPr lang="en-GB" b="1" dirty="0"/>
              <a:t> A, Madeira SC, </a:t>
            </a:r>
            <a:r>
              <a:rPr lang="en-GB" b="1" dirty="0" err="1"/>
              <a:t>Baldeiras</a:t>
            </a:r>
            <a:r>
              <a:rPr lang="en-GB" b="1" dirty="0"/>
              <a:t> I, Guerreiro M, Cardoso S, Gobom J, Zetterberg H, Santana I, De Mendonça A, Aidos H, </a:t>
            </a:r>
            <a:r>
              <a:rPr lang="en-GB" b="1" dirty="0" err="1"/>
              <a:t>Manadas</a:t>
            </a:r>
            <a:r>
              <a:rPr lang="en-GB" b="1" dirty="0"/>
              <a:t> B. Pathophysiological subtypes of mild cognitive impairment due to Alzheimer's disease identified by CSF proteomics. </a:t>
            </a:r>
            <a:r>
              <a:rPr lang="en-GB" b="1" dirty="0" err="1"/>
              <a:t>Transl</a:t>
            </a:r>
            <a:r>
              <a:rPr lang="en-GB" b="1" dirty="0"/>
              <a:t> </a:t>
            </a:r>
            <a:r>
              <a:rPr lang="en-GB" b="1" dirty="0" err="1"/>
              <a:t>Neurodegener</a:t>
            </a:r>
            <a:r>
              <a:rPr lang="en-GB" b="1" dirty="0"/>
              <a:t>. 2024 Apr 9;13(1):19. </a:t>
            </a:r>
            <a:r>
              <a:rPr lang="en-GB" b="1" dirty="0" err="1"/>
              <a:t>doi</a:t>
            </a:r>
            <a:r>
              <a:rPr lang="en-GB" b="1" dirty="0"/>
              <a:t>: 10.1186/s40035-024-00412-1. PMID: 38594717; PMCID: PMC11003166.</a:t>
            </a:r>
          </a:p>
        </p:txBody>
      </p:sp>
    </p:spTree>
    <p:extLst>
      <p:ext uri="{BB962C8B-B14F-4D97-AF65-F5344CB8AC3E}">
        <p14:creationId xmlns:p14="http://schemas.microsoft.com/office/powerpoint/2010/main" val="134144015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1107</Words>
  <Application>Microsoft Office PowerPoint</Application>
  <PresentationFormat>Widescreen</PresentationFormat>
  <Paragraphs>133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Arial</vt:lpstr>
      <vt:lpstr>Calisto MT</vt:lpstr>
      <vt:lpstr>Neue Haas Grotesk Text Pro</vt:lpstr>
      <vt:lpstr>Univers Condensed</vt:lpstr>
      <vt:lpstr>VanillaVTI</vt:lpstr>
      <vt:lpstr>From CSF Proteome to Alzheimer’s Subtypes: Comparative Clustering Pipeline  </vt:lpstr>
      <vt:lpstr>Cohort design in AD proteomic subtyping</vt:lpstr>
      <vt:lpstr>CSF Proteomics: Quantitative Proteomic Approach  </vt:lpstr>
      <vt:lpstr>Defining AD+ and AD−: CSF biomarker-based classification </vt:lpstr>
      <vt:lpstr>Identifying AD-associated proteins</vt:lpstr>
      <vt:lpstr>Subtype discovery using non-negative matrix factorization (NMF)</vt:lpstr>
      <vt:lpstr>How is it applied?</vt:lpstr>
      <vt:lpstr>Structural stability: Louvain algorithm </vt:lpstr>
      <vt:lpstr>Role of Random Forest in Subtype Analysis</vt:lpstr>
      <vt:lpstr>Biological Characterization of Subtypes</vt:lpstr>
      <vt:lpstr>Methodological Considerations</vt:lpstr>
      <vt:lpstr>Methodological Refinement</vt:lpstr>
      <vt:lpstr>Cross-Stage validation</vt:lpstr>
      <vt:lpstr>Implications for Our Study</vt:lpstr>
      <vt:lpstr>Cluster Number: Biology or Resolution Effect?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Valerio Piersanti - valerio.piersanti3@studio.unibo.it</dc:creator>
  <cp:lastModifiedBy>Valerio Piersanti - valerio.piersanti3@studio.unibo.it</cp:lastModifiedBy>
  <cp:revision>5</cp:revision>
  <dcterms:created xsi:type="dcterms:W3CDTF">2026-02-22T14:44:10Z</dcterms:created>
  <dcterms:modified xsi:type="dcterms:W3CDTF">2026-02-23T15:47:49Z</dcterms:modified>
</cp:coreProperties>
</file>